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DB2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REFERENCE  ·  객실관리 시스템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객실관리 시스템 납품 실적 제안서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 · 리조트 · 연수원 · 기숙사  |  RCU · 챠임벨 · 키센서 · 온도조절기 · 조명스위치 · BSP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신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91640" y="30632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현장명 ]  귀중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33192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 신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91640" y="33192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배성윤 차장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3575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문서번호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91640" y="357530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KM-제안-2026-[   ]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38313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작성일자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91640" y="383133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2026. 09. 19.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REFERENCE  ·  1987 ~ 2021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납품 실적 요약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1987년 KEY TRUSTER SYSTEM 국산화 이후 국내외 약 1,600개 현장, 19만 6천여 실에 객실관리 시스템을 납품하였습니다.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실적 (1987 ~ 2021. 06)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196,441 실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 · 리조트 · 콘도 · 연수원 · 기숙사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1,598 현장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766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37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5년 (2016. 11 ~ 2021. 06)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137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32,574 실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특급 · 브랜드 호텔, 대형 리조트 중심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137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148 현장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60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31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실적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331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베트남 · 괌 · 사이판 · 필리핀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미얀마 · 중국 · 몽골 등 9개 국가 · 지역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331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현장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8229600" cy="384048"/>
          </a:xfrm>
          <a:prstGeom prst="rect">
            <a:avLst/>
          </a:prstGeom>
          <a:solidFill>
            <a:srgbClr val="FDECEA"/>
          </a:solidFill>
          <a:ln w="6350">
            <a:solidFill>
              <a:srgbClr val="F5C6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2976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설계 · 제작 · 설치 · 시운전 · A/S 전 과정을 당사가 직접 수행합니다. 설계 단계에서 협의하여 주시면 시방 · 수량 · 도면을 현장 일정에 맞춰 제출하겠습니다.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납품 실적 (회사 납품실적 대장 기준)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REFERENCE  ·  2017 ~ 2021 납품분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실적 ① 특급 · 브랜드 호텔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16개 현장 · 최근 순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594360"/>
                <a:gridCol w="502920"/>
                <a:gridCol w="685800"/>
                <a:gridCol w="2331720"/>
                <a:gridCol w="594360"/>
                <a:gridCol w="502920"/>
                <a:gridCol w="685800"/>
              </a:tblGrid>
              <a:tr h="3525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납품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납품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그랜드 앰배서더 서울 (장충동, 리모델링)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319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2021.04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홍대 머큐어 앰배서더 호텔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2019.09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롯데호텔 월드 (개조공사)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2020.11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여의도 파크원 (하얏트)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328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2019.08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그랜드 인터컨티넨탈 서울 (리모델링)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2020.09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 드림타워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1,600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2019.04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파라스파라 서울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334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2020.09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삼성동 신라스테이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309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2019.03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 조선호텔 (개보수)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257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2020.06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 신라호텔 본관 (6 · 7 · 8F)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2018.11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쉐라톤 서울 디큐브시티 (신도림)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2020.01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안다즈 서울 강남 (신사동)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244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2018.07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판교 조선호텔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2019.12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JW 메리어트 호텔 서울 (IBS)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2018.03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세인트존스 경포호텔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1,091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2017.02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조선호텔 서울 본관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462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객실수 · 납품 시기는 당사 납품실적 대장 기준이며, 개보수 · 리모델링 현장은 해당 공사 범위의 객실수입니다.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납품 실적 (회사 납품실적 대장 기준)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REFERENCE  ·  2017 ~ 2021 납품분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실적 ② 리조트 · 연수원 · 기숙사 · 해외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16개 현장 · 최근 순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594360"/>
                <a:gridCol w="502920"/>
                <a:gridCol w="685800"/>
                <a:gridCol w="2331720"/>
                <a:gridCol w="594360"/>
                <a:gridCol w="502920"/>
                <a:gridCol w="685800"/>
              </a:tblGrid>
              <a:tr h="3525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리조트 · 콘도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납품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연수원 · 기숙사 · 해외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납품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금호리조트 (설악 · 화순 · 제주 · 통영)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전국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2021.06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신한은행 기흥연수원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2020.12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델피노 골프 &amp; 리조트 소노펠리체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2019.11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현대자동차그룹 경주 연수원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403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경북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2019.05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양양 더앤 리조트 (리모델링)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2019.10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한화생명 제2연수원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2018.10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대명리조트 진도 웰컴센터 · 비치호텔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전남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2019.01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하나글로벌 인재개발원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217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2018.04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롯데리조트 제주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73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2018.10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삼성생명 휴먼센터 (보수)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2017.12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비발디파크 오크동 리뉴얼 (A파트)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2018.04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국가공무원인재개발원 기숙사 증축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충북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2017.12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거제 한화리조트 (스마트 TSS)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465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경남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2017.08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베트남 다낭 서버셋 호텔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베트남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2019.01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휘닉스 평창 더 호텔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2017.05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미얀마 양곤 대우 아마라 호텔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658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미얀마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2017.10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위 32개 현장 외 전체 실적(1987년 이후 1,598개 현장)은 요청 시 실적 대장 · 실적확인서로 제출하겠습니다.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납품 실적 (회사 납품실적 대장 기준)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 요청 사항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당사는 객실관리 시스템의 설계 · 제작 · 설치 · 시운전 · A/S 전 과정을 직접 수행합니다.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10896" cy="310896"/>
          </a:xfrm>
          <a:prstGeom prst="ellipse">
            <a:avLst/>
          </a:prstGeom>
          <a:solidFill>
            <a:srgbClr val="5B8FD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70432" y="14813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객실관리 시스템 적용 범위 협의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70432" y="17556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8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타입별 기구물 구성(챠임벨 · 키센서 · 온도조절기 · 조명스위치 · BSP)과 CB 제어분전함 위치를 도면 기준으로 협의 요청드립니다.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310896" cy="310896"/>
          </a:xfrm>
          <a:prstGeom prst="ellipse">
            <a:avLst/>
          </a:prstGeom>
          <a:solidFill>
            <a:srgbClr val="5B8FD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70432" y="235000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실적 확인 자료 · 현장 방문 지원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0432" y="26243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8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 시 실적확인서를 제출하고, 운영 중인 인근 호텔 · 리조트 현장 방문을 지원하겠습니다.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310896" cy="310896"/>
          </a:xfrm>
          <a:prstGeom prst="ellipse">
            <a:avLst/>
          </a:prstGeom>
          <a:solidFill>
            <a:srgbClr val="5B8FD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70432" y="321868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시방서 · 견적서 제출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70432" y="349300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8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범위가 확정되는 즉시 특기시방서와 견적서를 제출하겠습니다.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| 한국마이크로닉(주) 배성윤 차장  ·  www.micronic.co.kr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객실관리 시스템 납품 실적 제안서</dc:title>
  <dc:subject>PptxGenJS Presentation</dc:subject>
  <dc:creator>한국마이크로닉(주)</dc:creator>
  <cp:lastModifiedBy>한국마이크로닉(주)</cp:lastModifiedBy>
  <cp:revision>1</cp:revision>
  <dcterms:created xsi:type="dcterms:W3CDTF">2026-09-19T08:43:28Z</dcterms:created>
  <dcterms:modified xsi:type="dcterms:W3CDTF">2026-09-19T08:43:28Z</dcterms:modified>
</cp:coreProperties>
</file>