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B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 GUEST ROOM MANAGEMENT  ·  REFERENCE &amp;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객실관리 시스템 제안서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21건 7,658실  |  운영 자동화 · 에너지 절감 · 제품 선택까지 한 번에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3063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현장명 ]  귀중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 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3319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배성윤 차장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575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문서번호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35753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KM-제안-2026-[   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38313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2026. 09. 20.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회신요청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40873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7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[ ]. [ ].  까지 회신 요청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38장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  (3~7장)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 3대 과제 · 스마트 호텔 4단계 · 에너지 절감 구조 · 업계 근거 · 투자 효과 산출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  (8~12장)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· 40년 추이 · 5성급 실적 21건 · 업체 선정 시 확인하실 다섯 가지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  (13~17장)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계통도 · PMS 연동 · 연동 범위 · 스마트 확장 · 장애 대응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  (18~20장)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동선 8단계 · 하우스키핑 · 방재실 운영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  (21~32장)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구성 · 계열 4종 · 침대 옆 패널 16종 · 나이트테이블 · 객실 배치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  (33~38장)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· 도입 일정 · 공사한계 · 예상 문제와 대응 · 회신란 · 협의 요청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제안서를 보시는 순서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의사결정자는 Ⅰ · Ⅱ · Ⅵ 만 보셔도 됩니다. 기술 검토는 Ⅲ · Ⅳ, 인테리어 협의는 Ⅴ 를 보십시오.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37장 회신란에 선택 사항을 적어 회신하여 주시면 그 사양으로 견적서 · 특기시방서 · 투자 효과 계산 시트를 제출하겠습니다.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 운영의 세 가지 과제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객실은 비어 있는 시간이 더 깁니다. 그 시간에 무엇이 도는지를 관리하는 것이 객실관리 시스템입니다.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· 외출 중에도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냉난방이 계속 돌면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낭비가 고정비가 됩니다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비어 있는 시간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하우스키핑이 층을 오가며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상태를 확인하고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프론트와 통화를 반복합니다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확인에 드는 시간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경험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입실 시 객실이 준비되지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않으면 첫인상이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자리에서 결정됩니다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체크인 그 순간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키 한 장의 투입과 제거가 전등 · 전열 · 냉난방 · 객실상태를 동시에 움직입니다. 세 과제를 한 시스템으로 다룹니다.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호텔 — 어디까지 가실 것인가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880360"/>
                <a:gridCol w="1920240"/>
                <a:gridCol w="1783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 되는가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발주처 준비 사항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제어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투입 · 제거로 전등 · 전열 · 냉난방 자동 제어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· 외출 · 공실 3모드 운전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운영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 연동으로 체크인 · 청소 상태 자동 반영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방재실 · 하우스키핑에서 전 객실 감시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 서버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 전용망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모바일 · 연동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메이드가 모바일로 청소 지시 확인 (MMO)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· 에어컨 · 바닥난방 · 커튼 연동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공인 IP · Wi-Fi AP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업체 인터페이스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콘텐츠 · 센서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나이트테이블 콘텐츠, 누수 · 움직임 감지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데이터 1년 축적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LAN 배선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콘텐츠 자료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단계를 순서대로 밟으실 필요는 없습니다. Level 1에서 Level 3으로 바로 가는 현장도 있습니다. 어느 단계를 적용할지는 37장 회신란에 적어 주십시오.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 절감은 이렇게 일어납니다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표준 기능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키 제거 즉시 — 전등 · 전열 차단, 냉난방 외출 모드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온도차 ±3℃를 자동으로 가감합니다. 설정값은 변경 가능합니다.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공실 — 공실 기준 온도 유지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동절기 난방배관 동파를 방지하면서 불필요한 가동을 막습니다.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심야 — 설정 시간 동안 외출 차 운전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방재실에서 시간대를 지정하면 전 객실에 일괄 적용됩니다.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예냉 · 예열 — VIP · 예약 객실만 지정 시각 자동 가동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체크인 상태가 되면 자동으로 멈춥니다.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이상 온도 — 설정 초과 시 방재실 PC 팝업 · 경보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화재경보 기준 온도를 넘으면 해당 객실 번호가 즉시 표시됩니다.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통신 이상 — 객실 CB 이상을 시설팀 PC에 자동 표시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투숙객이 불편을 신고하기 전에 조치할 수 있습니다.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여섯 가지는 별도 장비 없이 키센서와 온도조절기만으로 동작합니다. 추가 비용이 들지 않습니다.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설정값(외출 온도차 · 공실 온도 · 심야 시간대 · 화재경보 온도)은 준공 후 운영자가 직접 바꿀 수 있습니다.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업계 절감 근거와 당사 기능 대조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3749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절감 수단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업계 보고 절감폭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해당 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기반 객실 제어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~ 14 %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(단일 조치 중 최대)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연동 전등 · 전열 · 냉난방 제어  (표준)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+ 온도조절기 연동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~ 20 %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연동 + 온도조절기 3모드 운전  (표준)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감지 스마트 온도조절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HVAC 가동시간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45 % 단축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· 외출 · 공실 자동 전환  (표준)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프로그램 동시 적용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 ~ 18개월 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공과금 20 ~ 30 %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1 ~ 3 동시 적용 시 해당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절감폭은 해외 호텔 운영 조사 자료(Hotel Management 2026 · Copeland Verdant · Oxmaint 2026)의 보고 수치이며 당사 실측치가 아닙니다. 현장의 객실 수 · 설비 방식 · 가동률에 따라 달라집니다.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왜 지금 객실관리인가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대비 효과 — 산출 구조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귀사 수치로 계산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객실 수 × 객실당 연간 냉난방 전력 사용량  =  연간 총 사용량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527048"/>
            <a:ext cx="78455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수는 도면 기준, 사용량은 귀사 검침 자료 기준입니다.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837944"/>
            <a:ext cx="784555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연간 총 사용량 × 절감률  =  연간 절감 전력량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148840"/>
            <a:ext cx="78455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절감률은 적용 단계(Level 1~3)와 설비 방식에 따라 달라집니다.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459736"/>
            <a:ext cx="784555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연간 절감 전력량 × 전기요금 단가  =  연간 절감액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770632"/>
            <a:ext cx="78455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종별 단가를 알려 주시면 그대로 넣습니다.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3081528"/>
            <a:ext cx="7845552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시스템 투자비 ÷ 연간 절감액  =  투자 회수 기간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392424"/>
            <a:ext cx="7845552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투자비는 확정 사양으로 산출한 견적서 금액을 씁니다.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당사가 금액을 가정하지 않는 이유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현장마다 객실 수 · 설비 방식 · 가동률 · 전기 계약 종별이 달라 일반화한 숫자는 근거가 되지 못합니다.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네 칸에 귀사 수치를 넣으면 회수 기간이 나오는 계산 시트를 견적서와 함께 제출하겠습니다.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사내 자료에는 「설치 후 3~5년 내 시설투자비 회수」 사례가 기록되어 있습니다 — 현장 조건에 따라 달라집니다.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 창사 이래 객실관리 시스템 한 분야만 해 왔습니다. 1987년 KEY TRUSTER SYSTEM을 국산 기술로 개발 완료하였습니다.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 창사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국산화 완료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 점유율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 객실관리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점유율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시공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호텔 · 콘도 · 리조트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1,624 건물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30만 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서울 · 부산 · 제주 직영 지사에서 대리점이 아닌 당사 정직원이 직접 방문하여 A/S를 수행합니다.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건물 수 · 객실수는 2012년 기준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— 한 분야만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연대별 납품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diag/chart_deca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첫 납품 이후 연대가 바뀌어도 끊긴 적이 없습니다. 2010년대에 83,972실로 가장 많았습니다. 출처는 당사 납품실적 대장입니다.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4532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드림타워 (신축)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 메리어트 호텔 서울 (IBS)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호텔롯데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2016.02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파라스파라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인터컨티넨탈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여의도 파크원 (하얏트)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롯데호텔 월드 (개조공사)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장충동 그랜드 앰배서더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조선호텔 서울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판교 조선호텔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라한호텔 경주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THE R2 호텔 (증축·대수선)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객실수 · 납품 시기는 당사 납품실적 대장 기준이며, 리모델링 · 개보수 현장은 해당 공사 범위의 객실수입니다.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5288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신도림 쉐라톤 디큐브시티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본관 (9~10F)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조선호텔 (개보수)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(7~8F)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비스타 워커힐 (교체공사)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신라호텔 본관 (6·7·8F)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신사동 안다즈 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하얏트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서울미라마 그랜드 하얏트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그랜드 하얏트 서울은 대장에 객실수가 없어 「-」로 표기하였으며 합계에서 제외하였습니다. 같은 호텔의 층별 분리 발주분은 건별로 적었습니다.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당사와 레퍼런스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업체를 고르실 때 확인하실 다섯 가지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5288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확인하실 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당사의 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시공 실적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5성급 호텔 준공 실적이 실제로 있는가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1987년 이후 1,598건 · 5성급 21건 7,658실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소프트웨어 · 관제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방재실에서 전 객실을 한 화면에 보는가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자사 개발 운영 프로그램 · PMS 연동 실적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시공성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표준 매입 박스에 그대로 들어가는가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유럽형 · KS형 양쪽 제작 · 100% 호환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확장성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계열과 색상을 현장에 맞출 수 있는가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4계열 지정색 제작 · 자사 제조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대규모 A/S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장애가 나면 며칠이 걸리는가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 · 부산 · 제주 직영 지사 정직원 방문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검증 가능한 사실로만 적었으며 특정 업체를 지목하지 않습니다. 위 다섯 가지를 다른 제안서에도 같은 기준으로 물어보시면 비교가 됩니다.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전체 계통도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~ 객실 단말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diag/d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실선 = 통신(약전) · 당사 시행 / 점선 = 타 공종 연동.  「* 발주처 공사분」 표시는 당사 범위가 아닌 부분입니다. PMS 서버와 호텔 전용망은 발주처에서 업체를 선정하십니다.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연동 — 무엇을 주고받는가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diag/d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규격은 PMS 업체가 확정되면 그 업체와 직접 협의하여 인터페이스 사양서를 제출하겠습니다. 오페라 · 산하 · 로리스 등 주요 PMS와 연동 실적이 있습니다.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범위 — 누가 어디까지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560320"/>
                <a:gridCol w="1965960"/>
                <a:gridCol w="2011680"/>
              </a:tblGrid>
              <a:tr h="4532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대상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· 배선 규격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시행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 공종 시행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에어컨 (EHP)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UTP 5E · RS-485 · 반드시 1 : 1 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C/B측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어드레스 세팅 · 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실내기측 인터페이스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팬코일 (FCU)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220V 제어 · 노말 클로즈 밸브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C/B측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밸브 · 배관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바닥난방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밸브 1개당 HFIX 1.5SQ 3C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ZONE당 3선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컨트롤러 결선 · 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구동기 밸브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(220V 타입 필수)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UTP cat.5 (C/B → 문틀 밖)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배선 인입 · 연동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도어락 본체 · 방화문 타공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전동 커튼 · 블라인드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접점 제어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스위치 공급 ·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커튼 본체 · 전원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누수 · 움직임 감지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 입력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처리 · 경보 출력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배관 · 배선은 전기공사, 상대 장비측 결선은 해당 업체, C/B측 결선은 객실관리가 시행합니다. EHP · FCU는 연동 인터페이스 포함 사양으로 발주하여 주십시오.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확장 — 모바일로 옮기면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 3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diag/d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기존에는 각 층 인디케이터 패널(30실당 1대)을 보러 이동해야 했습니다. 공인 IP 1개와 층별 Wi-Fi가 있으면 메이드가 자기 단말에서 바로 확인합니다. 공인 IP 월 사용료는 발주처 통신사 계약분입니다.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시스템 구조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대응과 유지보수 체계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 이후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36853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36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이중화 · 자동 백업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74013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방재실에 서버 2대를 운영하고, DB는 매일 새벽 3시에 자동 백업합니다. 백업 경로는 환경설정에서 지정합니다.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5257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52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731874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이상 자동 감지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989734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CB에 이상이 생기면 시설팀 PC에 통신 이상으로 표시됩니다. 현장 방문 전에 원격으로 원인을 좁힙니다.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247595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직영 A/S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505456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· 부산 · 제주 지사에서 대리점이 아닌 당사 정직원이 직접 방문합니다.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401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840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763317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자사 제조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021178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· CB · FIP를 자사에서 제조하므로 동일 규격으로 수급합니다.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99739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997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3279038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자료 1년 보관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536899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객실현황 · 청소현황 · 온도현황 · 체크인아웃 현황을 1년간 보관하고 출력할 수 있습니다.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하자보증 기간과 유지보수 계약 조건은 계약 시 별도로 협의합니다.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 시 운영 매뉴얼과 운영자 교육을 제공합니다.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동선 8단계 — 시스템은 무엇을 하는가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동작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diag/d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PMS가 설치되지 않은 현장은 운영 PC에서 수동 체크인으로 동일하게 운영합니다. 체크아웃 유예시간을 두어 체크인 직후 취소도 처리합니다.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하우스키핑 운영 — 인스펙션 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특허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36853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36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청소 지시 — 체크아웃 신호로 자동 발생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74013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프론트가 따로 연락하지 않아도 FIP와 PC에 표시됩니다.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5257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52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731874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청소 중 — 메이드가 청소키 투입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989734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FIP와 방재실 PC에 실시간으로 나타납니다.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247595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청소 완료 — 청소키 제거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505456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상태가 자동으로 넘어갑니다.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401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840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763317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인스펙션 — 점검키 투입 · 제거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021178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점검자가 객실에서 바로 판매 가능 상태로 전환합니다. 당사 특허 기능입니다.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99739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997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3279038"/>
            <a:ext cx="7845552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PMS 전달 — 객실판매가능 DATA 자동 송신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536899"/>
            <a:ext cx="7845552" cy="23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프론트가 즉시 판매할 수 있습니다.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인스펙션 키가 없으면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완료를 전화 또는 수동으로 전환해야 합니다. 객실당 약 3분, 10객실이면 30분이 듭니다.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 중 상태는 객실 키센서에서만 설정됩니다 — 키센서 데이터가 PC 입력보다 우선합니다.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운영 시나리오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 운영 화면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색상 표준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155448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온도센서 상태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상태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운영자가 하는 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노란색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외출 기준 작동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파란색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 기준 작동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녹색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 기준 작동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청소 지시 · 예냉예열 설정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무동작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 이상 여부 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밖에 온도 그룹(객실당 최대 40개) · 냉난방 일괄 전환 · 이상온도 경보 · 현황 출력을 한 화면에서 처리합니다. 준공 시 운영 매뉴얼과 교육을 제공합니다.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표준 구성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기준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45920"/>
                <a:gridCol w="1691640"/>
                <a:gridCol w="1691640"/>
              </a:tblGrid>
              <a:tr h="352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스탠다드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디럭스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주거약자실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입구 복도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입구 안쪽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키센서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조명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 일체형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 + 나이트테이블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 일체형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조명스위치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조명스위치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조명스위치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조명 + 비상호출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베란다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옆 조명 별도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옆 조명 별도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옆 조명 별도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입구 온도 + 조명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방문자 알림램프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당사 표준 제안이며 객실 타입명과 수량은 현장 도면에 맞춰 조정합니다. 조명스위치 버튼 수는 전기 설계가 확정되어야 정해지며, 그 전까지 도면에는 L로 표기합니다.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계열 — 4종 중에서 고르십시오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1874520"/>
                <a:gridCol w="173736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적용 등급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재질감이 가장 앞섭니다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 × 92 × 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163 × 92 × 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다크그레이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엔틱 헤어라인 · 화이트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SUS (스테인리스)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협의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ABS 난연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80.6 × 80.6 × 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163 × 80.6 × 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마그네슘 · 다크그레이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몰드 (난연)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 배선기구와 조화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화이트 · 실버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브론즈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관광호텔 · 리조트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외 1000 · 900 시리즈가 있으며, 요청하시면 실물과 함께 제시하겠습니다. 색상은 전 계열 지정색 제작이 가능합니다.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품목을 계열별로 나란히 놓으면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3계열 · 3품목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series_compa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세 계열 모두 같습니다. 재질 · 형태 · 색상만 다릅니다. 사진은 오송 하얏트 플레이스(10,000) · 판교 조선호텔(2,000) · 델피노 소노펠리체(800) 적용 사례입니다.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 시리즈 — 객실 전 품목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품목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style_10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오송 하얏트 플레이스 호텔 (10,000 시리즈 키센서 타입) 적용 품목입니다. 색상은 다크그레이 · 엔틱 헤어라인 · 화이트 중에서 고르실 수 있습니다.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 시리즈 — 객실 전 품목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tyle_2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판교 조선호텔 자재사양서(2018) 수록 품목입니다. 버튼 각인은 현장 문안대로 인쇄합니다.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 시리즈 — 객실 전 품목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tyle_800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델피노 골프&amp;리조트 소노펠리체 자재사양서 수록 품목입니다. 화이트 · 실버 · 브론즈 중에서 고르실 수 있습니다.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패널 (BSP) — 어두운 계열 8종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납품분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bsp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구수 · USB · 콘센트 · 커튼 · 씬 제어를 객실 설계에 맞춰 조합합니다. 버튼 각인 문안도 현장에서 정하십시오.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패널 (BSP) — 밝은 계열 8종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납품분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bsp_l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 · 샴페인 골드 · 화이트 마감입니다. 책상용 멀티미디어 패널(220V + USB + HDMI + LAN)도 같은 계열로 제작합니다.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나이트테이블 — 5종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사항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night_tab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 LCD형은 조명 · 온도 · 알람 · 라디오에 더해 호텔 홍보 영상과 주변 안내 콘텐츠를 띄울 수 있습니다 (LAN 연결 시).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어디에 무엇이 들어가는가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room_posi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사진은 2000 시리즈 적용 사례입니다. 조명스위치 버튼 수는 전기 설계 확정 후 결정되며, 도면에는 L로 표기합니다.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객실 표준 구성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조정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복도 — 챠임벨 (입구 인디케이터)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복도에서 보았을 때 도어락 손잡이쪽에 설치합니다.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안쪽 — 키센서 + DM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DO NOT DISTURB · MAKE UP ROOM 표시를 포함합니다.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— BSP 일체형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온도조절기 + 조명스위치 + USB 충전 + 유니버셜 콘센트를 한 판으로 구성합니다.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— 조명스위치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객실관리에서 시행합니다. 주거약자실은 비상호출 버튼과 방문자 알림램프를 추가합니다.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 — 조명스위치 별도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베란다가 있는 객실은 베란다 문 옆에 스위치를 별도로 설치합니다.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— 멀티아울렛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유니버셜 콘센트 + 220V 콘센트 2구 + USB 충전으로 구성합니다.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조명스위치 버튼 수(구수)는 전기 설계가 확정되어야 정해집니다. 그 전까지 도면에는 L로 표기합니다.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거실이 있는 스위트 객실은 거실 입구에 온도조절기 + 조명스위치를 추가합니다.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FIP는 각층 린넨실에 1대, 운영 PC는 방재실에 1대를 기준으로 합니다.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제품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제어분전함 마감 — 3안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cb_finish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표준 규격 400 × 700 × 100mm, 객실 출입문 뒤 설치가 기준입니다. 마감 방식에 따라 인테리어 타공 범위와 외함 납품 시기가 달라집니다.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언제까지 정해 주셔야 하는가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 역산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계열 · 색상 결정 — 지금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이것이 정해져야 아래 모든 단계가 시작됩니다.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CB 외함 제작 · 납품 — 제작 2주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 · 석고 공정 전에 현장에 들어가야 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CB 제어분전함 제작 · 설치 — 제작 2개월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설치 후 속판을 넣고, 전기에서 강전 · 당사에서 약전을 결선합니다.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기구물 제작 — 1개월 반 ~ 2개월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· 각인이 확정되어야 착수합니다. 당사는 작업의뢰서 승인 후 제작에 들어갑니다.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기구물 설치 — 벽지 · 페인트 완료 후 1주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마감이 끝난 면에 설치합니다. 건축 공정과 맞물립니다.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시운전 — 전원 투입 후 1주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객실 동작 확인 후 하자 목록을 작성하여 제출합니다.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늦어지면 ④ 기구물 제작이 밀리고, ⑤ 설치와 ⑥ 시운전이 함께 지연됩니다.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소요 기간은 당사 표준이며, 객실 수와 사양에 따라 달라질 수 있습니다.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준공일을 알려 주시면 단계별 착수 기한을 역산하여 제출하겠습니다.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일정 — 설계 협의부터 시운전까지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10개월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diag/d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준공일을 알려 주시면 이 일정을 거꾸로 계산하여 단계별 착수 기한을 제출하겠습니다. 객실 수가 많으면 속판 제작과 기구물 제작 기간이 늘어납니다.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공사한계 — 누가 어디까지</a:t>
            </a:r>
            <a:endParaRPr lang="en-US" sz="2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103120"/>
                <a:gridCol w="2011680"/>
              </a:tblGrid>
              <a:tr h="4532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객실관리 (당사)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전기공사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인테리어 · 건축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외함 제작 · 납품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외함 설치 · 배관 인입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 타공 · 가구 마감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속판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속판 제작 ·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약전 결선 · 어드레스 세팅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입력 강전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 박스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UTP 5E 배선 (1 : 1)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어려운 면 타공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(타일 · 대리석 · 헤드보드)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백커버 · 기구물 설치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벽지 · 페인트 완료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FIP · 운영 PC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공급 · 설치 ·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전원 · 배관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공간 확보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객실 동작 확인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하자 목록 작성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전원 투입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스위치 박스는 유럽형, 나사홀은 3곱 나사 사이즈로 시공하여 주십시오. FIP 설치 높이는 1,500mm입니다. 객실 방화문 타공은 객실만 해당하며 공용부는 제외입니다.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예상되는 문제와 대응</a:t>
            </a:r>
            <a:endParaRPr lang="en-US" sz="2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3749040"/>
              </a:tblGrid>
              <a:tr h="4532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문제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 드러나는가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대응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 · 색상 결정 지연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제작 착수 시점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샘플을 먼저 제작해 제시하고, 색상은 마감재 확정 전 가승인으로 진행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 납품 시기 불일치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골조 · 석고 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공정표를 역산해 제출하고, 층별 분할 납품으로 대응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벽지 · 페인트 지연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설치 · 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백커버를 먼저 설치해 일부를 흡수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EHP · FCU 인터페이스 미포함 발주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반입 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단계에서 사양을 서면으로 확인 요청 — 반입 후에는 교체가 어렵습니다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 업체 미확정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시험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 체크인으로 먼저 운영하고, 확정 후 연동 작업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번호 변경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어드레스 세팅 · FIP 제작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번호가 확정되기 전에는 제작에 착수하지 않습니다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여섯 가지는 실제 현장에서 반복적으로 발생한 항목입니다. 착공 전에 미리 정해 주시면 대부분 발생하지 않습니다.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실행과 협의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선택하여 회신하여 주십시오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의견은 권장안입니다. 귀사 회신란에 원하시는 내용을 적어 회신하여 주시기 바랍니다.</a:t>
            </a:r>
            <a:endParaRPr lang="en-US" sz="1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  <a:gridCol w="26517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 항목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의견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귀사 회신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단계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2 (PMS 연동 · 통합 운영) 이상 권장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계열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시리즈(알루미늄) 또는 2000 시리즈(ABS 유럽형)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색상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인테리어 마감재 확정 후 색상 샘플 제출 · 지정색 제작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패널 (BSP)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+ 조명 4구 + USB 2구 + 유니버셜 콘센트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나이트테이블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스위트 · VIP 객실에 한해 터치 LCD형 적용 검토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 마감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벽체 매입형 (커버가 벽면과 같은 면)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범위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에어컨 · 바닥난방 · 도어락 연동 (커튼 · 누수는 선택)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준공 예정일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알려 주시면 단계별 착수 기한을 역산하여 제출하겠습니다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25112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3251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지연되면 기구물 제작 착수가 늦어져, 벽지 · 페인트 완료 후 설치 일정에 영향이 있습니다.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스마트 객실관리 시스템 제안서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당사는 객실관리 시스템의 설계 · 제작 · 설치 · 약전 결선 · 시운전 · A/S를 직접 수행합니다.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70432" y="1481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단계와 기구물 계열을 회신하여 주시기 바랍니다.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755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즉시 실물 샘플 · 견적서 · 특기시방서를 제출하겠습니다.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단위세대 평면도와 PMS 업체 정보를 제공하여 주시기 바랍니다.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624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기구물 배치도와 예상 수량표, PMS 인터페이스 사양서를 작성하여 제출하겠습니다.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32186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견학 · 실물 확인을 지원하겠습니다.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3493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중인 인근 5성급 호텔 현장 견학과 실물 샘플 제시가 가능합니다.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| 한국마이크로닉(주) 배성윤 차장  ·  www.micronic.co.kr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객실관리 시스템 제안서</dc:title>
  <dc:subject>PptxGenJS Presentation</dc:subject>
  <dc:creator>한국마이크로닉(주)</dc:creator>
  <cp:lastModifiedBy>한국마이크로닉(주)</cp:lastModifiedBy>
  <cp:revision>1</cp:revision>
  <dcterms:created xsi:type="dcterms:W3CDTF">2026-09-20T08:38:41Z</dcterms:created>
  <dcterms:modified xsi:type="dcterms:W3CDTF">2026-09-20T08:38:41Z</dcterms:modified>
</cp:coreProperties>
</file>