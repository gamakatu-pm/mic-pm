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EEAF6"/>
                </a:solidFill>
                <a:latin typeface="맑은 고딕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인스펙터 기능 검토서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EEAF6"/>
                </a:solidFill>
                <a:latin typeface="맑은 고딕"/>
              </a:rPr>
              <a:t>유지할지 뺄지 - 결정에 필요한 것을 한 장씩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기능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인스펙터가 하는 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566928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인스펙터는 청소가 끝난 객실을 점검원이 한 번 더 확인해야 판매가능이 되게 하는 기능입니다.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1 · 청소원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청소완료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청소가 끝나면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객실 또는 FIP에서 청소완료.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2 · 점검원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인스펙터 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키센서에 인스펙터 카드를 꽂아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점검을 확인합니다.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3 · 프론트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판매가능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점검이 확인된 객실이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판매가능으로 넘어갑니다.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21024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712463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인스펙터를 쓰려면 키센서가 인스펙터 카드를 알아보는 타입이어야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있을 때와 없을 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4005072" cy="23042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252728"/>
            <a:ext cx="4005072" cy="457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1399031"/>
            <a:ext cx="36758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595959"/>
                </a:solidFill>
                <a:latin typeface="맑은 고딕"/>
              </a:rPr>
              <a:t>[ 인스펙터 없이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56231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청소완료 → 판매가능 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79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판매 전 점검은 운영 방식(사람)으로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24327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카드는 고객 · 메이드용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08376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키센서는 일반 타입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1728" y="1252728"/>
            <a:ext cx="4005072" cy="2304288"/>
          </a:xfrm>
          <a:prstGeom prst="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681728" y="1252728"/>
            <a:ext cx="40050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1399031"/>
            <a:ext cx="36758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[ 인스펙터 사용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1856231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청소완료 → 점검 → 판매가능 3단계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240279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점검이 확인되어야 판매가능으로 넘어감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624327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점검원용 인스펙터 카드가 추가됨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008376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키센서는 인스펙터 인식 타입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39896"/>
            <a:ext cx="8229600" cy="457200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3739896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864"/>
                </a:solidFill>
                <a:latin typeface="맑은 고딕"/>
              </a:rPr>
              <a:t>어느 쪽이 맞는지는 기능의 좋고 나쁨이 아니라 귀사의 객실 점검 방식에 달려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유지 · 일부 · 삭제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결정 3안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2194560"/>
                <a:gridCol w="2194560"/>
              </a:tblGrid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1안 · 전체 유지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2안 · 일부 구역만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3안 · 삭제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판매 전 점검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 객실 시스템으로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해당 구역만 시스템으로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운영 방식(사람)으로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키센서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 객실 인스펙터 인식 타입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해당 구역만 인식 타입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일반 타입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카드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인스펙터 카드 발급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해당 구역용 발급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필요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도면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현행 유지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구역 구분 표기 수정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키센서 기능 표기 수정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배선 · 배관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변경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변경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변경 없음 (키센서 기능만 변경)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전산(PMS) 연동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가능 여부 확인 필요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가능 여부 확인 필요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해당 없음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금액은 이 자료에 넣지 않습니다. 정하신 안으로 견적을 다시 드립니다. 2안의 구역(예: 기숙사)은 정해 주시는 대로 도면에 표기합니다.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선택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어느 안이 맞는가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아래에서 귀사의 운영 방식과 맞는 줄을 고르시면 됩니다.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점검 전담 인력이 있고, 판매 전 점검을 반드시 거친다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[ 1안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528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0802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436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기숙사 · 연수원처럼 운영 방식이 다른 구역이 섞여 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619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[ 2안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49631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48716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청소원이 점검까지 하고, 청소완료를 곧 판매가능으로 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0545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[ 3안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9397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9672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93065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점검 결과까지 호텔 전산(PMS)과 주고받고 싶다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489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[ 1안 · 2안 + 연동 확인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확인 · 협의 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키센서 제작 전에 정해 주셔야 합니다. 제작 뒤에 바꾸면 키센서 교체가 필요할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전산(PMS) 연동 범위는 당사 개발팀과 전산 업체가 확인한 뒤 확정합니다.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어느 안이든 배선 · 배관은 바뀌지 않습니다. 도면은 키센서 기능 표기만 수정합니다.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결정해 주실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EEAF6"/>
                </a:solidFill>
                <a:latin typeface="맑은 고딕"/>
              </a:rPr>
              <a:t>이 세 가지를 정해 주시면 도면과 견적을 그 안으로 맞춰 드립니다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1안 · 2안 · 3안 중 하나를 정해 주시기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2안이면 적용 구역(예: 기숙사)을 함께 알려 주십시오.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214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전산(PMS) 연동을 원하시는지 알려 주시기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원하시면 전산 업체 담당자를 연결해 주십시오.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7980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28254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797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결정 기한을 알려 주시기 바랍니다.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키센서 제작 일정에서 거꾸로 계산해 드립니다.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7680960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EEAF6"/>
                </a:solidFill>
                <a:latin typeface="맑은 고딕"/>
              </a:rPr>
              <a:t>문의  |  한국마이크로닉(주)  배성윤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