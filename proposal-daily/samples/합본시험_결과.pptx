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DEEAF6"/>
                </a:solidFill>
                <a:latin typeface="맑은 고딕"/>
              </a:rPr>
              <a:t>SCOPE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청담PJ 객실관리 시스템 공사한계 · 업무스코프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DEEAF6"/>
                </a:solidFill>
                <a:latin typeface="맑은 고딕"/>
              </a:rPr>
              <a:t>전기 · 통신 · 설비 · 인테리어 - 누가 어디까지 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20440"/>
            <a:ext cx="1280160" cy="2743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D9D9D9"/>
                </a:solidFill>
                <a:latin typeface="맑은 고딕"/>
              </a:rPr>
              <a:t>한국마이크로닉(주)   |   2026. 09.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공사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한 줄로 정리하면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8229600" cy="777240"/>
          </a:xfrm>
          <a:prstGeom prst="rect">
            <a:avLst/>
          </a:prstGeom>
          <a:solidFill>
            <a:srgbClr val="E2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7900416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75623"/>
                </a:solidFill>
                <a:latin typeface="맑은 고딕"/>
              </a:rPr>
              <a:t>배관·배선과 강전 결선은 전기공사, 약전 결선과 시운전은 객실관리입니다. 그 경계는 CB 제어 분전함 단자대에서 갈립니다.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31136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2231136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5216" y="237744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전기공사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63347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배관 · 배선 · 강전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072384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CB 외함 취부,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1차 입력 강전 결선까지.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4" y="2231136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55264" y="2231136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83280" y="237744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객실관리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3347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약전 · 기구물 · 시운전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072384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제어 분전함 설치, 약전 결선,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기구물 설치와 시운전.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2231136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053328" y="2231136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81344" y="237744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건축 · 인테리어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263347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벽지 · 페인트 완료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3072384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기구물 설치는 마감이 끝나야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들어갈 수 있습니다.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31335"/>
            <a:ext cx="8229600" cy="475488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3504" y="3922775"/>
            <a:ext cx="7936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00000"/>
                </a:solidFill>
                <a:latin typeface="맑은 고딕"/>
              </a:rPr>
              <a:t>마감(벽지·페인트) 완료일이 우리 기구물 설치 착수일을 정합니다. 이 일정을 먼저 공유해 주십시오.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업무 스코프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공종별 담당 구분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52728"/>
          <a:ext cx="8229600" cy="3054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94560"/>
                <a:gridCol w="2194560"/>
                <a:gridCol w="1737360"/>
              </a:tblGrid>
              <a:tr h="3054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전기 · 통신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객실관리(당사)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CB 외함 제작 · 납품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제작 · 현장 납품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선납품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CB 외함 취부(매입/노출)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취부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골조·마감 공법에 따름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CB 외함 배관 · 배선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배관 · 배선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제어 분전함(속판) 설치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설치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외함 납품 후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1차 입력 강전 결선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결선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약전 결선(UTP · RS-485)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결선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CB 외함 커버 설치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설치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결선 완료 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 기구물 설치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설치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벽지·페인트 완료 후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0540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시운전 · 인계교육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입회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시운전 · 교육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전원 공급 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799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※ 에어컨 · 바닥난방 · 도어락 연동은 해당 업체와 3자 협의가 필요합니다. 별도 설명 자료로 제출합니다.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확인 · 협의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타 공종에 요청드리는 조건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</a:rPr>
              <a:t>아래 조건이 지켜지지 않으면 시운전 단계에서 문제가 드러나고, 그때는 되돌리기 어렵습니다.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0934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63677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60020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객실관리 서버 · CB 전원은 상시전원으로 공급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184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전기 ]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920239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947672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911095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PMS 서버와 객실관리 서버를 동일 망내에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2938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통신 ]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23113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225856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22199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에어컨 연동은 통신선 1:1 배선 (UTP 5E)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24028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전기 · EHP 업체 ]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542032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256946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53288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바닥난방 구동기는 220V 타입으로 선정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5511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설비 ]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2852927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288036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284378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벽지 · 페인트 완료일을 사전에 공유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86207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건축 · 인테리어 ]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316382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319125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315468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CB 외함 취부 시점은 공법에 따라 사전 협의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17296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전기 · 건축 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520439"/>
            <a:ext cx="822960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" y="3593591"/>
            <a:ext cx="79369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안 지켜지면 무슨 일이 생기는가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84962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상시전원이 아니면 객실 전원 차단 시 연동이 함께 끊겨 상태 표시가 멈춥니다.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0873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통신선이 1:1이 아니면 에어컨 어드레스가 섞여 다른 객실이 동작합니다.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32511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마감 전에 기구물을 설치하면 도장·도배 오염과 재시공이 발생합니다.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요청드리는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87552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EEAF6"/>
                </a:solidFill>
                <a:latin typeface="맑은 고딕"/>
              </a:rPr>
              <a:t>공사한계는 문서로 확정해 두어야 나중에 다투지 않습니다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481328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이 공사한계 표를 검토하시고 이견이 있는 항목을 회신해 주시기 바랍니다.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회신 내용을 반영해 최종본을 배포하겠습니다.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13969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6712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214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벽지 · 페인트 완료 예정일을 공유해 주시기 바랍니다.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957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기구물 설치와 시운전 일정을 역산해 제출하겠습니다.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79806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282549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7977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에어컨 · 바닥난방 · 도어락 업체 담당자를 연결해 주시기 바랍니다.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54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연동 조건을 3자 협의로 확정하겠습니다.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43400"/>
            <a:ext cx="7680960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DEEAF6"/>
                </a:solidFill>
                <a:latin typeface="맑은 고딕"/>
              </a:rPr>
              <a:t>문의  |  한국마이크로닉(주)  배성윤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"/>
            <a:ext cx="45720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0" y="9144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회사개요 (사진 있는 장)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납품실적 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