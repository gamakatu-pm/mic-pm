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B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  ·  PRODUCT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객실관리 레퍼런스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 21건 · 7,658실  |  기구물 4계열 · 침대 옆 패널 16종 · 나이트테이블 5종 중에서 고르십시오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3063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현장명 ]  귀중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 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3319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배성윤 차장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575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문서번호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35753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KM-제안-2026-[   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38313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2026. 09. 19.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회신요청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40873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7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[ ]. [ ].  까지 회신 요청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  ·  2016 ~ 2021 납품분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요약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21건 7,658실의 실적과 적용 제품을 사진으로 정리하였습니다. 기구물은 계열 · 색상 · 구성을 골라 주시면 그대로 제작합니다.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레퍼런스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· 리모델링 · 개보수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· 제주 · 경기 · 경북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건 · 7,658실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고르실 수 있는 제품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4계열 · BSP 16종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나이트테이블 5종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종 실물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시행 범위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제작 · 설치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약전 결선 · 시운전 · A/S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공정 자체 수행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제안서의 사진은 모두 당사가 실제 납품한 제품입니다. 고르신 사양으로 실물 샘플 · 견적서 · 특기시방서를 제출하겠습니다.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COMPANY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 창사 이래 객실관리 시스템 한 분야만 해 왔습니다. 1987년 KEY TRUSTER SYSTEM을 국산 기술로 개발 완료하였습니다.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 창사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국산화 완료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 점유율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 객실관리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점유율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시공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호텔 · 콘도 · 리조트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1,624 건물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30만 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서울 · 부산 · 제주 직영 지사에서 대리점이 아닌 당사 정직원이 직접 방문하여 A/S를 수행합니다.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건물 수 · 객실수는 2012년 기준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4532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드림타워 (신축)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 메리어트 호텔 서울 (IBS)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호텔롯데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2016.02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파라스파라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인터컨티넨탈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여의도 파크원 (하얏트)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롯데호텔 월드 (개조공사)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장충동 그랜드 앰배서더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조선호텔 서울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판교 조선호텔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라한호텔 경주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THE R2 호텔 (증축·대수선)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객실수 · 납품 시기는 당사 납품실적 대장 기준이며, 리모델링 · 개보수 현장은 해당 공사 범위의 객실수입니다.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5288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신도림 쉐라톤 디큐브시티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본관 (9~10F)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조선호텔 (개보수)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(7~8F)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비스타 워커힐 (교체공사)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신라호텔 본관 (6·7·8F)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신사동 안다즈 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하얏트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서울미라마 그랜드 하얏트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그랜드 하얏트 서울은 대장에 객실수가 없어 「-」로 표기하였으며 합계에서 제외하였습니다. 같은 호텔의 층별 분리 발주분은 건별로 적었습니다.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계열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계열 — 4종 중에서 고르십시오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1874520"/>
                <a:gridCol w="173736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적용 등급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재질감이 가장 앞섭니다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 × 92 × 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163 × 92 × 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다크그레이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엔틱 헤어라인 · 화이트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SUS (스테인리스)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협의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ABS 난연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80.6 × 80.6 × 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163 × 80.6 × 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마그네슘 · 다크그레이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몰드 (난연)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 배선기구와 조화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화이트 · 실버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브론즈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관광호텔 · 리조트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외 1000 · 900 시리즈가 있으며, 요청하시면 실물과 함께 제시하겠습니다. 색상은 전 계열 지정색 제작이 가능합니다.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형태 비교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형태 — 유럽형 · KS형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키센서를 나란히 놓은 사진입니다. 기능은 동일하며 형태 · 재질 · 색상이 다릅니다.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18488"/>
            <a:ext cx="395478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18488"/>
            <a:ext cx="3954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유럽형   2000 시리즈  ·  다크그레이</a:t>
            </a:r>
            <a:endParaRPr lang="en-US" sz="1200" dirty="0"/>
          </a:p>
        </p:txBody>
      </p:sp>
      <p:pic>
        <p:nvPicPr>
          <p:cNvPr id="7" name="Image 0" descr="/tmp/claude-0/-home-user-mic-pm/f192efbf-309c-50bd-adc9-b099139059f8/scratchpad/photos/pangyo/image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70" y="2093976"/>
            <a:ext cx="2477039" cy="1298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392424"/>
            <a:ext cx="3954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키센서 + DM (KD-2000) · 판교 조선호텔 적용 사례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3771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 80.6 × 80.6mm · ABS 난연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유럽형 콘센트와 면이 맞습니다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2020" y="1618488"/>
            <a:ext cx="3954780" cy="384048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1" name="Text 8"/>
          <p:cNvSpPr/>
          <p:nvPr/>
        </p:nvSpPr>
        <p:spPr>
          <a:xfrm>
            <a:off x="4732020" y="1618488"/>
            <a:ext cx="3954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KS형   800 시리즈  ·  화이트</a:t>
            </a:r>
            <a:endParaRPr lang="en-US" sz="1200" dirty="0"/>
          </a:p>
        </p:txBody>
      </p:sp>
      <p:pic>
        <p:nvPicPr>
          <p:cNvPr id="12" name="Image 1" descr="/tmp/claude-0/-home-user-mic-pm/f192efbf-309c-50bd-adc9-b099139059f8/scratchpad/photos/delphino/image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090" y="2093976"/>
            <a:ext cx="848639" cy="1298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2020" y="3392424"/>
            <a:ext cx="39547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키센서 (KS-800S) · 델피노 소노펠리체 적용 사례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823460" y="3611880"/>
            <a:ext cx="3771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 규격 세로형 · 플라스틱 몰드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표준 매입 박스에 그대로 들어갑니다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4325112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360" y="43251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형태와 계열을 회신하여 주시면 실물 샘플을 제작하여 제시하겠습니다.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유럽형 다크그레이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 시리즈 — 객실 전 품목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tyle_2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판교 조선호텔 자재사양서(2018) 수록 품목입니다. 버튼 각인은 현장 문안대로 인쇄합니다.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KS형 화이트 · 실버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 시리즈 — 객실 전 품목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tyle_800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델피노 골프&amp;리조트 소노펠리체 자재사양서 수록 품목입니다. 화이트 · 실버 · 브론즈 중에서 고르실 수 있습니다.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침대 옆 선택 (1/2)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패널 (BSP) — 어두운 계열 8종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납품분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bsp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구수 · USB · 콘센트 · 커튼 · 씬 제어를 객실 설계에 맞춰 조합합니다. 버튼 각인 문안도 현장에서 정하십시오.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침대 옆 선택 (2/2)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패널 (BSP) — 밝은 계열 8종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납품분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bsp_l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 · 샴페인 골드 · 화이트 마감입니다. 책상용 멀티미디어 패널(220V + USB + HDMI + LAN)도 같은 계열로 제작합니다.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스위트 · VIP 객실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나이트테이블 — 5종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사항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night_tab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 LCD형은 조명 · 온도 · 알람 · 라디오에 더해 호텔 홍보 영상과 주변 안내 콘텐츠를 띄울 수 있습니다 (LAN 연결 시).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객실 기구물 배치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어디에 무엇이 들어가는가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room_posi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사진은 2000 시리즈 적용 사례입니다. 조명스위치 버튼 수는 전기 설계 확정 후 결정되며, 도면에는 L로 표기합니다.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당사 표준 제안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객실 표준 구성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조정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복도 — 챠임벨 (입구 인디케이터)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복도에서 보았을 때 도어락 손잡이쪽에 설치합니다.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안쪽 — 키센서 + DM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DO NOT DISTURB · MAKE UP ROOM 표시를 포함합니다.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— BSP 일체형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온도조절기 + 조명스위치 + USB 충전 + 유니버셜 콘센트를 한 판으로 구성합니다.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— 조명스위치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객실관리에서 시행합니다. 주거약자실은 비상호출 버튼과 방문자 알림램프를 추가합니다.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 — 조명스위치 별도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베란다가 있는 객실은 베란다 문 옆에 스위치를 별도로 설치합니다.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— 멀티아울렛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유니버셜 콘센트 + 220V 콘센트 2구 + USB 충전으로 구성합니다.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조명스위치 버튼 수(구수)는 전기 설계가 확정되어야 정해집니다. 그 전까지 도면에는 L로 표기합니다.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거실이 있는 스위트 객실은 거실 입구에 온도조절기 + 조명스위치를 추가합니다.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FIP는 각층 린넨실에 1대, 운영 PC는 방재실에 1대를 기준으로 합니다.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외함 마감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제어분전함 마감 — 3안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cb_finish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표준 규격 400 × 700 × 100mm, 객실 출입문 뒤 설치가 기준입니다. 마감 방식에 따라 인테리어 타공 범위와 외함 납품 시기가 달라집니다.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방재실 · 린넨실 · 객실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시스템은 이렇게 연결됩니다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ystem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 운영 PC ↔ 각층 린넨실 FIP ↔ 객실 CB 제어분전함이 통신으로 연결되어 객실 현황 · 청소 상태 · 온도를 한 화면에서 관리합니다.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 ·  공사 단계와 결정 시점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언제까지 정해 주셔야 하는가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 역산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계열 · 색상 결정 — 지금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이것이 정해져야 아래 모든 단계가 시작됩니다.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CB 외함 제작 · 납품 — 제작 2주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 · 석고 공정 전에 현장에 들어가야 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CB 제어분전함 제작 · 설치 — 제작 2개월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설치 후 속판을 넣고, 전기에서 강전 · 당사에서 약전을 결선합니다.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기구물 제작 — 1개월 반 ~ 2개월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· 각인이 확정되어야 착수합니다. 당사는 작업의뢰서 승인 후 제작에 들어갑니다.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기구물 설치 — 벽지 · 페인트 완료 후 1주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마감이 끝난 면에 설치합니다. 건축 공정과 맞물립니다.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시운전 — 전원 투입 후 1주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객실 동작 확인 후 하자 목록을 작성하여 제출합니다.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늦어지면 ④ 기구물 제작이 밀리고, ⑤ 설치와 ⑥ 시운전이 함께 지연됩니다.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소요 기간은 당사 표준이며, 객실 수와 사양에 따라 달라질 수 있습니다.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준공일을 알려 주시면 단계별 착수 기한을 역산하여 제출하겠습니다.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회신란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선택하여 회신하여 주십시오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의견은 권장안입니다. 귀사 회신란에 원하시는 내용을 적어 회신하여 주시기 바랍니다.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65176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 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의견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귀사 회신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계열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시리즈(알루미늄) 또는 2000 시리즈(ABS 유럽형)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색상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인테리어 마감재 확정 후 색상 샘플 제출 · 지정색 제작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패널 (BSP)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+ 조명 4구 + USB 2구 + 유니버셜 콘센트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나이트테이블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스위트 · VIP 객실에 한해 터치 LCD형 적용 검토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 마감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벽체 매입형 (커버가 벽면과 같은 면)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 · 베란다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 조명스위치는 객실관리 시행, 베란다는 문 옆 별도 설치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준공 예정일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알려 주시면 단계별 착수 기한을 역산하여 제출하겠습니다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25112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3251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지연되면 기구물 제작 착수가 늦어져, 벽지 · 페인트 완료 후 설치 일정에 영향이 있습니다.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당사는 객실관리 시스템의 설계 · 제작 · 설치 · 약전 결선 · 시운전 · A/S를 직접 수행합니다.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70432" y="1481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계열과 색상을 회신하여 주시기 바랍니다.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755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즉시 실물 샘플과 견적서 · 특기시방서를 제출하겠습니다.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단위세대 평면도를 제공하여 주시기 바랍니다.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624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기구물 배치도와 예상 수량표를 작성하여 제출하겠습니다.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32186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견학 · 실물 확인을 지원하겠습니다.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3493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중인 인근 5성급 호텔 현장 견학과 실물 샘플 제시가 가능합니다.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| 한국마이크로닉(주) 배성윤 차장  ·  www.micronic.co.kr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5성급 호텔 객실관리 레퍼런스 · 제품 제안서</dc:title>
  <dc:subject>PptxGenJS Presentation</dc:subject>
  <dc:creator>한국마이크로닉(주)</dc:creator>
  <cp:lastModifiedBy>한국마이크로닉(주)</cp:lastModifiedBy>
  <cp:revision>1</cp:revision>
  <dcterms:created xsi:type="dcterms:W3CDTF">2026-09-19T09:41:17Z</dcterms:created>
  <dcterms:modified xsi:type="dcterms:W3CDTF">2026-09-19T09:41:18Z</dcterms:modified>
</cp:coreProperties>
</file>