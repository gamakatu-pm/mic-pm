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PRODUCT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객실관리 레퍼런스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 21건 · 7,658실  ·  객실에 들어가는 제품과 스타일을 보고 고르실 수 있도록 정리하였습니다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3063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현장명 ]  귀중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3319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배성윤 차장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575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문서번호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35753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KM-제안-2026-[   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38313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2026. 09. 19.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회신요청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40873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7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[ ]. [ ].  까지 회신 요청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2016 ~ 2021 납품분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요약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호텔에 납품한 21건 7,658실의 실적과 적용 제품을 정리하였습니다. 기구물은 4개 계열 중에서 고르실 수 있으며, 색상은 지정색으로 제작합니다.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레퍼런스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· 리모델링 · 개보수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· 제주 · 경기 · 경북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건 · 7,658실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고르실 수 있는 기구물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 · 2000 · 10000 시리즈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나이트테이블 · BSP 일체형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개 계열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시행 범위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제작 · 설치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약전 결선 · 시운전 · A/S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공정 자체 수행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스타일과 색상을 정해 주시면 그 사양으로 실물 샘플 · 견적서 · 특기시방서를 제출하겠습니다.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드림타워 (신축)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 메리어트 호텔 서울 (IBS)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호텔롯데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2016.02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파라스파라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인터컨티넨탈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여의도 파크원 (하얏트)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롯데호텔 월드 (개조공사)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장충동 그랜드 앰배서더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조선호텔 서울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판교 조선호텔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라한호텔 경주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THE R2 호텔 (증축·대수선)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객실수 · 납품 시기는 당사 납품실적 대장 기준이며, 리모델링 · 개보수 현장은 해당 공사 범위의 객실수입니다.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5288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신도림 쉐라톤 디큐브시티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본관 (9~10F)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조선호텔 (개보수)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(7~8F)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비스타 워커힐 (교체공사)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신라호텔 본관 (6·7·8F)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신사동 안다즈 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하얏트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서울미라마 그랜드 하얏트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그랜드 하얏트 서울은 대장에 객실수가 없어 「-」로 표기하였으며 합계에서 제외하였습니다. 같은 호텔의 층별 분리 발주분은 건별로 적었습니다.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객실 기구물 배치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어디에 무엇이 들어가는가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room_posi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사진은 2000 시리즈 적용 사례입니다. 조명스위치 버튼 수는 전기 설계 확정 후 결정되며, 도면에는 L로 표기합니다.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스타일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스타일 — 1안 · 2안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계열 모두 기능은 동일하며, 형태 · 재질 · 색상이 다릅니다. 같은 키센서를 나란히 놓은 사진입니다.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18488"/>
            <a:ext cx="395478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18488"/>
            <a:ext cx="3954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1안   2000 시리즈  ·  유럽형 다크그레이</a:t>
            </a:r>
            <a:endParaRPr lang="en-US" sz="1200" dirty="0"/>
          </a:p>
        </p:txBody>
      </p:sp>
      <p:pic>
        <p:nvPicPr>
          <p:cNvPr id="7" name="Image 0" descr="/tmp/claude-0/-home-user-mic-pm/f192efbf-309c-50bd-adc9-b099139059f8/scratchpad/photos/pangyo/image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70" y="2093976"/>
            <a:ext cx="2477039" cy="1298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392424"/>
            <a:ext cx="3954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키센서 + DM (KD-2000) · 판교 조선호텔 적용 사례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3771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유럽형 정사각 80.6 × 80.6mm · ABS 난연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지정색 제작 (기본 마그네슘 · 다크그레이)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2020" y="1618488"/>
            <a:ext cx="3954780" cy="384048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1" name="Text 8"/>
          <p:cNvSpPr/>
          <p:nvPr/>
        </p:nvSpPr>
        <p:spPr>
          <a:xfrm>
            <a:off x="4732020" y="1618488"/>
            <a:ext cx="3954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2안   800 시리즈  ·  KS형 화이트</a:t>
            </a:r>
            <a:endParaRPr lang="en-US" sz="1200" dirty="0"/>
          </a:p>
        </p:txBody>
      </p:sp>
      <p:pic>
        <p:nvPicPr>
          <p:cNvPr id="12" name="Image 1" descr="/tmp/claude-0/-home-user-mic-pm/f192efbf-309c-50bd-adc9-b099139059f8/scratchpad/photos/delphino/imag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090" y="2093976"/>
            <a:ext cx="848639" cy="1298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2020" y="3392424"/>
            <a:ext cx="3954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키센서 (KS-800S) · 델피노 소노펠리체 적용 사례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823460" y="3611880"/>
            <a:ext cx="3771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 규격 세로형 · 플라스틱 몰드 (난연)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화이트 · 실버 · 브론즈 지정색 제작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4325112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" y="4325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계열로 진행할지 회신하여 주시면 실물 샘플을 제작하여 제시하겠습니다.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유럽형 다크그레이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1안  2000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2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판교 조선호텔 자재사양서(2018) 수록 품목입니다. 색상은 지정색으로 제작하며 버튼 각인은 현장 문안대로 인쇄합니다.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KS형 화이트 · 실버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2안  800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800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델피노 골프&amp;리조트 소노펠리체 자재사양서 수록 품목입니다. 화이트 · 실버 · 브론즈 중에서 고르실 수 있습니다.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계열별 사양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계열 4종 비교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1463040"/>
                <a:gridCol w="155448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형태 · 재질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적용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구성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 시리즈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 세로형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몰드 (난연)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화이트 · 실버 · 브론즈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관광호텔 · 리조트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조명스위치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 시리즈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유럽형 정사각 80.6×80.6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ABS 난연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마그네슘 · 다크그레이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 · 비즈니스호텔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BSP-2000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 + USB 2구 + 유니버셜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유럽형 정사각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메탈 마감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BSP-10000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305 × 92 × 8mm 벽부형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스탠드형 / 터치 LCD 7인치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 외 지정색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특급호텔 · 스위트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NT-9500 / NT-10000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전화기 일체형 선택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계열 · 색상 · 버튼 구성은 현장 협의로 변경 가능합니다. 규격이 미정인 경우 2000M 시리즈를 기본 계열로 적용합니다.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외함 마감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제어분전함 마감 — 3안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cb_finish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표준 규격 400 × 700 × 100mm, 객실 출입문 뒤 설치가 기준입니다. 마감 방식에 따라 인테리어 타공 범위와 외함 납품 시기가 달라집니다.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방재실 · 린넨실 · 객실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시스템은 이렇게 연결됩니다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ystem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운영 PC ↔ 각층 린넨실 FIP ↔ 객실 CB 제어분전함이 통신으로 연결되어 객실 현황 · 청소 상태 · 온도를 한 화면에서 관리합니다.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당사 표준 제안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객실 표준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조정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복도 — 챠임벨 (입구 인디케이터)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 보았을 때 도어락 손잡이쪽에 설치합니다.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안쪽 — 키센서 + DM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DO NOT DISTURB · MAKE UP ROOM 표시를 포함합니다.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— BSP 일체형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온도조절기 + 조명스위치 + USB 충전 + 유니버셜 콘센트를 한 판으로 구성합니다.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— 조명스위치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객실관리에서 시행합니다. 주거약자실은 비상호출 버튼과 방문자 알림램프를 추가합니다.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 — 조명스위치 별도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베란다가 있는 객실은 베란다 문 옆에 스위치를 별도로 설치합니다.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— 멀티아울렛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유니버셜 콘센트 + 220V 콘센트 2구 + USB 충전으로 구성합니다.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조명스위치 버튼 수(구수)는 전기 설계가 확정되어야 정해집니다. 그 전까지 도면에는 L로 표기합니다.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거실이 있는 스위트 객실은 거실 입구에 온도조절기 + 조명스위치를 추가합니다.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FIP는 각층 린넨실에 1대, 운영 PC는 방재실에 1대를 기준으로 합니다.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회신란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선택하여 회신하여 주십시오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의견은 권장안이며, 귀사 회신란에 원하시는 내용을 적어 회신하여 주시기 바랍니다.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65176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 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의견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귀사 회신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계열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 시리즈(유럽형) 또는 10000 시리즈(알루미늄) 권장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색상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 제작 가능. 인테리어 마감재 확정 후 색상 샘플 제출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구성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일체형 (온도 + 조명 + USB + 유니버셜 콘센트)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 마감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매입형 (벽면 동일 면 마감)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 스위치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객실관리 시행 (4~5성급 기준)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 조명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 문 옆 스위치 별도 설치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스위트 객실에 한해 적용 검토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25112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325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지연되면 기구물 제작 착수가 늦어져, 벽지 · 페인트 완료 후 설치 일정에 영향이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당사는 객실관리 시스템의 설계 · 제작 · 설치 · 약전 결선 · 시운전 · A/S를 직접 수행합니다.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70432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계열과 색상을 회신하여 주시기 바랍니다.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755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즉시 실물 샘플과 견적서 · 특기시방서를 제출하겠습니다.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단위세대 평면도를 제공하여 주시기 바랍니다.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624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기구물 배치도와 예상 수량표를 작성하여 제출하겠습니다.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32186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견학 · 실물 확인을 지원하겠습니다.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3493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중인 인근 5성급 호텔 현장 견학과 실물 샘플 제시가 가능합니다.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| 한국마이크로닉(주) 배성윤 차장  ·  www.micronic.co.kr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5성급 호텔 객실관리 레퍼런스 · 제품 제안서</dc:title>
  <dc:subject>PptxGenJS Presentation</dc:subject>
  <dc:creator>한국마이크로닉(주)</dc:creator>
  <cp:lastModifiedBy>한국마이크로닉(주)</cp:lastModifiedBy>
  <cp:revision>1</cp:revision>
  <dcterms:created xsi:type="dcterms:W3CDTF">2026-09-19T09:23:14Z</dcterms:created>
  <dcterms:modified xsi:type="dcterms:W3CDTF">2026-09-19T09:23:14Z</dcterms:modified>
</cp:coreProperties>
</file>