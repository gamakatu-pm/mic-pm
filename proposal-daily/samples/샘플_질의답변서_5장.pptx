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객실관리 시스템 질의 · 답변서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EEAF6"/>
                </a:solidFill>
                <a:latin typeface="맑은 고딕"/>
              </a:rPr>
              <a:t>착공 전 협의 항목 - 당사 답변과 귀사 회신란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설계 · 공사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질의 · 답변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667512"/>
            <a:ext cx="237744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0" y="704087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노란 칸에 회신 부탁드립니다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52728"/>
          <a:ext cx="8229600" cy="3026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2331720"/>
                <a:gridCol w="3108960"/>
                <a:gridCol w="2377440"/>
              </a:tblGrid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64008" marR="6400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질의 · 협의 항목</a:t>
                      </a:r>
                    </a:p>
                  </a:txBody>
                  <a:tcPr marL="64008" marR="6400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당사 답변</a:t>
                      </a:r>
                    </a:p>
                  </a:txBody>
                  <a:tcPr marL="64008" marR="6400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귀사 회신</a:t>
                      </a:r>
                    </a:p>
                  </a:txBody>
                  <a:tcPr marL="64008" marR="64008" anchor="ctr">
                    <a:solidFill>
                      <a:srgbClr val="1F3864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 설치 위치와 방식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 입구 벽체. 매입형·노출형 모두 가능하며 벽체 공법(옹벽/스터드)에 따라 정합니다.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 납품 시점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옹벽 매립이면 골조 시, 스터드면 석고 전. 제작 2주를 역산해 발주합니다.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 서버 전원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방재실 2대(이중화). 반드시 상시전원이어야 합니다.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PMS 연동 방식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호텔 전용망 안에서 TCP/IP. PMS 업체와 규격 협의가 선행되어야 합니다.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강전 · 약전 결선 구분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강전(1차 입력)은 전기공사, 약전(제어)은 당사. 경계는 제어 분전함 단자대입니다.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525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회신이 없는 항목은 당사 답변대로 진행합니다. 다른 의견이 있으면 회신란에 적어 주십시오.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연동 ·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질의 · 답변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667512"/>
            <a:ext cx="237744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0" y="704087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노란 칸에 회신 부탁드립니다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52728"/>
          <a:ext cx="8229600" cy="3026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2331720"/>
                <a:gridCol w="3108960"/>
                <a:gridCol w="2377440"/>
              </a:tblGrid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64008" marR="6400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질의 · 협의 항목</a:t>
                      </a:r>
                    </a:p>
                  </a:txBody>
                  <a:tcPr marL="64008" marR="6400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당사 답변</a:t>
                      </a:r>
                    </a:p>
                  </a:txBody>
                  <a:tcPr marL="64008" marR="6400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귀사 회신</a:t>
                      </a:r>
                    </a:p>
                  </a:txBody>
                  <a:tcPr marL="64008" marR="64008" anchor="ctr">
                    <a:solidFill>
                      <a:srgbClr val="1F3864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에어컨(EHP) 연동 통신선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C/B ↔ 실내기 UTP 5E, 반드시 1:1 배선. 인터페이스 모듈 내장 기종이어야 합니다.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바닥난방 구동기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반드시 220V 타입. 24V 는 C/B 출력과 맞지 않아 동작하지 않습니다.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조명 스위치 구수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전등 설계(전기설계업체)가 나와야 확정됩니다. 그 전까지 도면에는 L 로만 표기합니다.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주거약자실 설비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비상호출버튼 · 방문자 알림램프는 법적 의무입니다. 호실과 수신 위치를 정해 주십시오.</a:t>
                      </a:r>
                    </a:p>
                  </a:txBody>
                  <a:tcPr marL="64008" marR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  <a:tr h="5044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시운전 전원 공급 시점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기구물 설치 후 객실 전원이 들어와야 시운전합니다. 전원 공급일을 공유해 주십시오.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4008" marR="64008" anchor="ctr">
                    <a:solidFill>
                      <a:srgbClr val="FFF8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525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회신이 없는 항목은 당사 답변대로 진행합니다.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협의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회신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협의서는 답이 돌아와야 완성입니다. 회신을 받으면 그 내용으로 공사한계를 확정해 다시 배포합니다.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노란 회신란에 「동의」 또는 다른 의견을 적어 주십시오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귀사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122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1396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0312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회신을 받으면 당사가 확정본으로 정리합니다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2140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당사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61518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64261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60604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확정본을 전기 · 통신 · 설비 · 인테리어에 함께 배포합니다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24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당사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118103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314553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10896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변경이 생기면 판을 올려 다시 배포합니다 (이전 판은 보관)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2724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당사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58183"/>
            <a:ext cx="822960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831335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회신 기한을 정해 주시면 그 날짜에 맞춰 확정본을 준비하겠습니다.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항목이 더 있으면 추가해 주십시오. 같은 서식으로 답변드리겠습니다.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요청드리는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회신만 주시면 공사한계를 확정합니다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이 질의 · 답변서에 회신해 주시기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노란 칸에 적어 돌려주시면 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회신 기한을 알려 주시기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그 날짜에 확정본을 배포하겠습니다.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추가로 협의할 항목이 있으면 알려 주시기 바랍니다.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같은 서식으로 답변드리겠습니다.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EEAF6"/>
                </a:solidFill>
                <a:latin typeface="맑은 고딕"/>
              </a:rPr>
              <a:t>문의  |  한국마이크로닉(주)  배성윤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