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OPERATION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청담PJ 객실관리 시스템 운영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고객 도착부터 퇴실·공실까지, 시스템이 어떻게 움직이는가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그 현장 이야기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청담PJ 물량 (도면에서 읽은 값)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667512"/>
            <a:ext cx="10972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89520" y="704087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도면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52728"/>
          <a:ext cx="8229600" cy="30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3291840"/>
              </a:tblGrid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품목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수량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키센서(K)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블록 기준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챠임벨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블록 기준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BSP(온도+조명+USB+유니버셜)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도면에 적힌 수량표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조명스위치(L)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288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블록 기준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FIP(린넨실)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도면에 적힌 수량표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블록 기준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이 표는 도면을 기계로 읽어 센 값입니다. 발주처 수량표와 대조해 확정합니다.  (읽은 도면: 청담PJ_도면수량_260917.csv)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그 현장 이야기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청담PJ 적용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위 물량을 기준으로 당사가 공급·시공하는 범위입니다.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CB 외함 제작 · 현장 납품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선납품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528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0802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436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제어 분전함(속판) 설치 · 약전 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619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9631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48716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객실 기구물 제작 · 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054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벽지·페인트 완료 후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397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9672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3065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시운전 및 운영자 인계 교육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489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전원 공급 후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조명 스위치 구수는 전등 설계가 나와야 확정됩니다. 도면에는 L 로만 표기합니다.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도면에서 읽지 못한 기호는 별도 목록으로 정리해 두었습니다. 함께 확인 부탁드립니다.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강전 결선과 외함 취부는 전기공사 범위입니다.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운영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이 시스템이 하는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77724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객실 상태(재실·외출·공실·청소)를 시스템이 스스로 판단해 냉난방과 전원을 제어하고, 그 상태를 프론트와 층별 단말이 같이 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고객 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카드 한 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카드를 꽂으면 전등·전열·냉난방이 살아나고,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빼면 외출 상태로 내려갑니다.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운영 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현황이 한 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재실·청소중·청소완료·판매가능이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방재실 PC와 층별 FIP에 동시에 보입니다.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에너지 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공실은 공실온도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빈 객실은 설정한 공실온도로 유지됩니다.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온도값은 운영 PC에서 바꿉니다.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31335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922775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이 문서는 시스템 동작을 설명하는 자료입니다. 수량·금액은 별도 견적서로 제출합니다.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운영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고객 동선 8단계 · 단계별 시스템 동작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  <a:gridCol w="3017520"/>
              </a:tblGrid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객실관리 시스템 동작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프론트(PMS)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고객 도착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냉·난방 강제 동작 (입실 전 예열/예냉)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체크인 DATA 수신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Door Card 발급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Sensor에 카드 투입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전등 · 전열 · 온도 ON, 고객 설정 온도로 제어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제거 → 외출온도 제어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전열 차단(냉장고 등 상시회로 제외)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재입실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입실과 동일하게 동작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체크아웃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제거 · Door Card 반납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체크아웃 DATA 수신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청소완료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상태를 FIP · 운영 PC에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청소완료 후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객실판매가능 DATA 전달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공실온도 제어 (운영 PC 환경설정에서 변경)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8단계 순서와 동작은 전 현장 공통 표준입니다. 현장마다 달라지는 것은 온도 설정값과 객실 타입별 기구물 구성입니다.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계통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시스템 구성 · 어디까지가 누구 공사인가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37376" y="667512"/>
            <a:ext cx="2249424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37376" y="704087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프론트 ↔ 방재실 ↔ 객실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PMS 서버와 객실관리 서버가 호텔 전용망 안에서 연동되고, 층별 FIP를 거쳐 객실 Control Box까지 제어가 내려갑니다.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2139696" cy="37795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" y="1609344"/>
            <a:ext cx="2029968" cy="286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주전산 PMS SERVER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프론트 · 발주처 공사분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563624"/>
            <a:ext cx="2139696" cy="37795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01968" y="1609344"/>
            <a:ext cx="2029968" cy="286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도어락 시스템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출입관리 · 발주처 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6930"/>
            <a:ext cx="2139696" cy="448818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2064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객실관리 서버 x2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방재실 · 이중화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106930"/>
            <a:ext cx="2139696" cy="44881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57016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FIP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각층 린넨실 1EA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106930"/>
            <a:ext cx="2139696" cy="448818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CONTROL BOX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객실 입구 · 제어 분전함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73858"/>
            <a:ext cx="2139696" cy="3070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2719578"/>
            <a:ext cx="2029968" cy="2156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운영 PC (방재실 1EA)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2673858"/>
            <a:ext cx="2139696" cy="3070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01968" y="2719578"/>
            <a:ext cx="2029968" cy="2156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객실 기구물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7904" y="1941576"/>
            <a:ext cx="22860" cy="16535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00200" y="19415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TCP/IP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96896" y="2322195"/>
            <a:ext cx="905255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596896" y="2075307"/>
            <a:ext cx="905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호텔 전용망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1848" y="2322195"/>
            <a:ext cx="905256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41848" y="2075307"/>
            <a:ext cx="905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RS-485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7904" y="2555748"/>
            <a:ext cx="22860" cy="11811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07808" y="1941576"/>
            <a:ext cx="22860" cy="16535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90104" y="19415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카드키 연동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2555748"/>
            <a:ext cx="22860" cy="11811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57200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8640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전용망 포설 · 배관배선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발주처 · 전기/통신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PMS 서버와 객실관리 서버가 동일 망내에 있어야 합니다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3072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334512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334512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7120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강전 결선 · 외함 취부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4512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전기공사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4512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CB 외함을 우리가 선납품하면 전기/통신에서 설치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28944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120384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120384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2992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약전 결선 · 시운전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0384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0384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제어 분전함 설치, 기구물 설치, 시운전까지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객실 기구물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주요 제품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4~5성급 기준 표준 구성입니다. 조명 스위치 구수는 전등 설계가 나온 뒤 확정합니다.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입구 INDICATOR (챠임벨)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문 입구 복도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KEY SENSOR + DM 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 문 입구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BED SIDE PANEL (온도 + 조명 + USB + 유니버셜 콘센트)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침대 옆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온도조절기 + LIGHT 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거실 입구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멀티아울렛 (유니버셜 + 콘센트 2 + USB)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책상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비상호출버튼 · 방문자 알림램프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주거약자실 (법적의무)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DO NOT DISTURB / MAKE UP ROOM 표시는 입구 INDICATOR에서 처리합니다.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조명 스위치 구수는 전기설계 도면이 나와야 확정됩니다. 그 전까지 도면에는 L 로만 표기합니다.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객실관리 서버 전원은 상시전원이어야 합니다. 객실 전원과 함께 차단되면 연동이 끊깁니다.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배치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객실 위치별 기구물 배치 (4~5성급 표준)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2560320"/>
              </a:tblGrid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들어가는 것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문 입구 복도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입구 INDICATOR (챠임벨)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복도에서 봤을 때 도어락 손잡이쪽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문 입구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 + DM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4~5성급은 DM 포함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침대 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BED SIDE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 + 조명 + USB + 유니버셜 콘센트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화장실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LIGHT SWITCH (객실관리 제어)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1~3성급은 전기 텀블러 스위치로 전기공사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베란다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베란다 문 옆 LIGHT SWITCH 별도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1~3성급은 침대 스위치 안에서 제어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책상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멀티아울렛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유니버셜 + 일반 콘센트 2 + USB 충전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거실 입구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온도조절기 + LIGHT SWITCH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1~5성급 공통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각층 린넨실 / 방재실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FIP 층당 1EA / 운영 PC 1EA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실제 수량은 객실 타입별 평면도를 받아 확정합니다. 이 표는 성급 표준 기준입니다.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요청드리는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아래 세 가지만 주시면 다음 단계로 넘어갑니다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객실 타입별 단위세대 평면도를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타입별 기구물 위치와 수량을 표시해 회신드립니다.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전등 설계(회로 구성)를 공유해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조명 스위치 구수는 이 자료가 있어야 확정됩니다.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PMS 업체와 도어락 업체 선정 현황을 알려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연동 규격 협의 일정을 잡겠습니다.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4572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9144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회사개요 (사진 있는 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납품실적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