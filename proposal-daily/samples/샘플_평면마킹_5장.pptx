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EEAF6"/>
                </a:solidFill>
                <a:latin typeface="맑은 고딕"/>
              </a:rPr>
              <a:t>FLOOR PLAN 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객실 평면 기구물 위치 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DEEAF6"/>
                </a:solidFill>
                <a:latin typeface="맑은 고딕"/>
              </a:rPr>
              <a:t>어디에 무엇이 들어가는가 - 성급별 표준 개념도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20440"/>
            <a:ext cx="128016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맑은 고딕"/>
              </a:rPr>
              <a:t>한국마이크로닉(주)   |   2026. 09.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개념도 (실제 치수 아님)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4~5성급 표준 객실 - 기구물 위치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667512"/>
            <a:ext cx="2926080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60720" y="704087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K+DM · BSP · 화장실 L · 베란다 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371246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12064" y="1298448"/>
            <a:ext cx="8119872" cy="279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복도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8884"/>
            <a:ext cx="1892807" cy="97231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2064" y="1784604"/>
            <a:ext cx="1783079" cy="88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현관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26105"/>
            <a:ext cx="1892807" cy="107838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12064" y="2871825"/>
            <a:ext cx="1783079" cy="98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화장실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73452" y="1738884"/>
            <a:ext cx="4279392" cy="216560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28316" y="1784604"/>
            <a:ext cx="4169664" cy="20741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침실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6288" y="1738884"/>
            <a:ext cx="1810512" cy="216560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931151" y="1784604"/>
            <a:ext cx="1700784" cy="20741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베란다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0672" y="2711196"/>
            <a:ext cx="1810512" cy="88392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145536" y="2756915"/>
            <a:ext cx="1700784" cy="792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침대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0368" y="3285743"/>
            <a:ext cx="1399032" cy="35356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285231" y="3331463"/>
            <a:ext cx="1289304" cy="262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</a:rPr>
              <a:t>책상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4752" y="1288084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99616" y="1333804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① 챠임벨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" y="1800758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59" y="1846478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② K + DM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" y="2180844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59" y="2226563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⑦ CB 외함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" y="2887980"/>
            <a:ext cx="1069848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59" y="2933699"/>
            <a:ext cx="960120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③ 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55748" y="2313432"/>
            <a:ext cx="1152144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610612" y="2359151"/>
            <a:ext cx="1042416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④ BSP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0368" y="2887980"/>
            <a:ext cx="1399032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285231" y="2933699"/>
            <a:ext cx="1289304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⑤ 멀티아울렛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58584" y="1800758"/>
            <a:ext cx="1069848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013448" y="1846478"/>
            <a:ext cx="960120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⑥ 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개념도 (실제 치수 아님)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1~3성급 표준 객실 - 기구물 위치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667512"/>
            <a:ext cx="2926080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60720" y="704087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K 만 · 온도+L · 화장실은 전기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371246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12064" y="1298448"/>
            <a:ext cx="8119872" cy="279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복도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8884"/>
            <a:ext cx="1892807" cy="97231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2064" y="1784604"/>
            <a:ext cx="1783079" cy="88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현관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26105"/>
            <a:ext cx="1892807" cy="107838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12064" y="2871825"/>
            <a:ext cx="1783079" cy="986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화장실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73452" y="1738884"/>
            <a:ext cx="4279392" cy="216560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28316" y="1784604"/>
            <a:ext cx="4169664" cy="20741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침실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6288" y="1738884"/>
            <a:ext cx="1810512" cy="216560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931151" y="1784604"/>
            <a:ext cx="1700784" cy="20741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베란다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0672" y="2711196"/>
            <a:ext cx="1810512" cy="88392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145536" y="2756915"/>
            <a:ext cx="1700784" cy="792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침대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4752" y="1288084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99616" y="1333804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① 챠임벨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" y="1800758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4359" y="1846478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② 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" y="2180844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59" y="2226563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⑦ CB 외함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" y="2887980"/>
            <a:ext cx="1645920" cy="30053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59" y="2933699"/>
            <a:ext cx="153619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595959"/>
                </a:solidFill>
                <a:latin typeface="맑은 고딕"/>
              </a:rPr>
              <a:t>텀블러 (전기공사)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55748" y="2313432"/>
            <a:ext cx="1316736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610612" y="2359151"/>
            <a:ext cx="1207008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④ 온도 + 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58584" y="1800758"/>
            <a:ext cx="1645920" cy="30053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13448" y="1846478"/>
            <a:ext cx="153619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595959"/>
                </a:solidFill>
                <a:latin typeface="맑은 고딕"/>
              </a:rPr>
              <a:t>침대 스위치로 제어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범례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표시 기호와 성급별 차이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377440"/>
                <a:gridCol w="2560320"/>
                <a:gridCol w="2560320"/>
              </a:tblGrid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번호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기구물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4~5성급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1~3성급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입구 INDICATOR (챠임벨)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복도 · 도어락 손잡이쪽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동일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KEY SENSOR (+ DM)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K + DM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K 만 (리조트도 DM 제외)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화장실 조명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LIGHT SWITCH (객실관리)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텀블러 (전기공사)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침대 옆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BSP (온도+조명+USB+유니버셜)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온도조절기 + L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책상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멀티아울렛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멀티아울렛 (책상이 있을 때)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⑥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베란다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문 옆 LIGHT SWITCH 별도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침대 스위치에서 제어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CB 외함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현관 벽체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동일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거실 입구 (있을 때)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온도조절기 + L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동일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이 개념도는 성급 표준을 보여드리는 것입니다. 실제 위치는 단위세대 평면도를 받아 빨간 박스로 표시해 회신드립니다. 조명 스위치 구수는 전등 설계 후 확정합니다.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요청드리는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EEAF6"/>
                </a:solidFill>
                <a:latin typeface="맑은 고딕"/>
              </a:rPr>
              <a:t>평면도를 주시면 실제 위치를 표시해 돌려드립니다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8132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객실 타입별 단위세대 평면도(CAD 또는 PDF)를 주시기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타입마다 기구물 위치를 표시해 회신드립니다.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6712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214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객실 성급과 리조트 여부를 알려 주시기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DM · BSP · 화장실 · 베란다 구성이 여기서 갈립니다.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7980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282549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797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인테리어 가구 배치도가 있으면 함께 주시기 바랍니다.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54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침대 · 책상 위치에 맞춰 BSP · 멀티아울렛을 잡습니다.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43400"/>
            <a:ext cx="7680960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EEAF6"/>
                </a:solidFill>
                <a:latin typeface="맑은 고딕"/>
              </a:rPr>
              <a:t>문의  |  한국마이크로닉(주)  배성윤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