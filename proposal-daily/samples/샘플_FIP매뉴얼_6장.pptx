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DEEAF6"/>
                </a:solidFill>
                <a:latin typeface="맑은 고딕"/>
              </a:rPr>
              <a:t>OPERATION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FIP 사용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DEEAF6"/>
                </a:solidFill>
                <a:latin typeface="맑은 고딕"/>
              </a:rPr>
              <a:t>Floor Indicator Panel - 층별 객실 상태를 보고 처리하는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20440"/>
            <a:ext cx="1280160" cy="2743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D9D9D9"/>
                </a:solidFill>
                <a:latin typeface="맑은 고딕"/>
              </a:rPr>
              <a:t>한국마이크로닉(주)   |   2026. 09.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이 매뉴얼의 차례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89304"/>
            <a:ext cx="384048" cy="5303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3075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FIP가 무엇인가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563624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맑은 고딕"/>
              </a:rPr>
              <a:t>어디에 있고 무엇을 보여주는가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32588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2E74B5"/>
                </a:solidFill>
                <a:latin typeface="맑은 고딕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56231"/>
            <a:ext cx="8229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57200" y="1947672"/>
            <a:ext cx="384048" cy="5303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" y="1984248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19659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화면 보는 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221991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맑은 고딕"/>
              </a:rPr>
              <a:t>객실 상태 4가지와 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98424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2E74B5"/>
                </a:solidFill>
                <a:latin typeface="맑은 고딕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14599"/>
            <a:ext cx="8229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7200" y="2606039"/>
            <a:ext cx="384048" cy="5303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2642615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62432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하루 운영 순서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2880359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맑은 고딕"/>
              </a:rPr>
              <a:t>청소 시작부터 판매가능까지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642615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2E74B5"/>
                </a:solidFill>
                <a:latin typeface="맑은 고딕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72967"/>
            <a:ext cx="8229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3264408"/>
            <a:ext cx="384048" cy="5303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7200" y="3300984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28269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이럴 때는 이렇게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3538728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맑은 고딕"/>
              </a:rPr>
              <a:t>안 켜짐·상태가 안 바뀜·호출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30098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2E74B5"/>
                </a:solidFill>
                <a:latin typeface="맑은 고딕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31336"/>
            <a:ext cx="8229600" cy="914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화면 보는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화면에 나오는 객실 상태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52728"/>
          <a:ext cx="822960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108960"/>
                <a:gridCol w="3474720"/>
              </a:tblGrid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표시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뜻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그때 할 일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재실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고객이 카드를 꽂고 있음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들어가지 않습니다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외출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체크인 상태이나 카드가 빠짐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청소 가능 (프론트 확인 후)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청소중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청소원이 청소 시작을 누름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진행 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청소완료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청소가 끝남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점검 후 판매가능으로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판매가능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프론트에서 판매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프론트로 자동 전달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공실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비어 있음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공실온도로 유지 중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DND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방해금지 표시 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문을 두드리지 않습니다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934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호출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객실에서 호출 버튼을 누름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즉시 확인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799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※ 표시 이름은 현장 설정에 따라 달라질 수 있습니다. 시운전 때 실제 화면으로 다시 확인해 드립니다.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청소 · 점검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하루 운영 순서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</a:rPr>
              <a:t>FIP 앞에서 이 순서대로만 하시면 됩니다.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0934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63677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0020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출근 후 FIP에서 그 층 전체 상태를 확인한다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184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[ 1분 ]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920239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947672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911095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외출 · 공실 객실부터 청소 순서를 정한다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2938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재실은 제외 ]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23113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225856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22199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청소를 시작하며 「청소중」으로 바꾼다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24028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객실 또는 FIP에서 ]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542032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256946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53288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청소가 끝나면 「청소완료」로 바꾼다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5511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프론트에 자동 전달 ]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2852927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288036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284378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점검 후 이상이 없으면 판매가능이 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86207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프론트 확인 ]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316382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319125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315468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호출 표시가 뜨면 그 객실을 먼저 확인한다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17296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우선 처리 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520439"/>
            <a:ext cx="822960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" y="3593591"/>
            <a:ext cx="7936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주의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84962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재실 객실은 FIP에서 상태를 바꾸지 마십시오. 고객이 안에 있습니다.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0873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DND가 켜진 객실은 문을 두드리지 않습니다. 프론트를 통해 확인합니다.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32511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상태를 바꿨는데 화면이 그대로면 통신 문제입니다. 아래 대처를 보십시오.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문제 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이럴 때는 이렇게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457200" y="1280160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307592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271016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FIP 화면이 안 켜진다 → 린넨실 차단기를 먼저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28930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전원 ]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70078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172821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691639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한 객실만 상태가 안 바뀐다 → 그 객실 CB 차단기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70992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객실 ]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121408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7200" y="214884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11226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층 전체가 안 나온다 → 방재실 서버와 통신 문제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1305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통신 ]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2542032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256946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53288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호출이 계속 뜬다 → 객실 버튼이 눌린 채로 걸렸는지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511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기구물 ]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296265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7200" y="299008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295351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그래도 안 되면 A/S 접수 (6시간 이내 현장 도착)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97180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한국마이크로닉 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20439"/>
            <a:ext cx="822960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03504" y="3593591"/>
            <a:ext cx="7936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A/S 접수 전에 알려 주실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84962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몇 층 FIP인지, 몇 호실인지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0873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언제부터 그런지, 그 전에 무슨 공사가 있었는지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32511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화면에 뜬 글자나 불빛을 사진으로 찍어 주시면 빠릅니다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인계 전에 확인해 주실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EEAF6"/>
                </a:solidFill>
                <a:latin typeface="맑은 고딕"/>
              </a:rPr>
              <a:t>준공 인계 때 이 세 가지를 같이 확인합니다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481328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층별 FIP 설치 위치를 최종 확인해 주시기 바랍니다.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린넨실 기준, 층당 1대입니다.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13969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6712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214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객실 상태 표시 이름을 운영 용어에 맞춰 정해 주시기 바랍니다.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957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화면 글자를 그 값으로 설정합니다.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79806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282549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7977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운영자 교육 일정을 잡아 주시기 바랍니다.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54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층별 담당자분들과 함께 진행합니다.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43400"/>
            <a:ext cx="7680960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DEEAF6"/>
                </a:solidFill>
                <a:latin typeface="맑은 고딕"/>
              </a:rPr>
              <a:t>문의  |  한국마이크로닉(주)  배성윤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