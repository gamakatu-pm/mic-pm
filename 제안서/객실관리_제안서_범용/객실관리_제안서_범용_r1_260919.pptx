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DB2D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PROPOSAL  ·  객실관리 시스템 (RCU)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[현장명]  객실관리 시스템 제안서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시나리오  ·  시스템 구성  ·  객실 표준 구성  ·  공사 구분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1605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|  2026. 09. 19  |  www.micronic.co.kr  |  40년 연속 객실관리 시스템 1위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제안서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요약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216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상태(체크인 · 재실 · 외출 · 공실)에 따라 조명 · 전열 · 냉난방을 자동 제어하여 투숙객 편의와 에너지 절감을 함께 실현합니다.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투숙객 편의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Card 투입 한 번으로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조명 · 전열 · 냉난방 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재입실 자동 전환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제어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766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37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· 에너지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137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외출 · 공실 온도 자동 관리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체크인/아웃 자동 반영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청소완료 즉시 판매 가능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37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연동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0" y="1673352"/>
            <a:ext cx="2590800" cy="2441448"/>
          </a:xfrm>
          <a:prstGeom prst="roundRect">
            <a:avLst>
              <a:gd name="adj" fmla="val 2996"/>
            </a:avLst>
          </a:prstGeom>
          <a:solidFill>
            <a:srgbClr val="E2EFD9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3160" y="1837944"/>
            <a:ext cx="231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시공 · 유지보수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3160" y="2185416"/>
            <a:ext cx="23164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표준 매입 박스 호환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RJ45 원터치 결선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설계~시운전 전 공정 당사 수행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3160" y="3547872"/>
            <a:ext cx="231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직영 A/S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384048"/>
          </a:xfrm>
          <a:prstGeom prst="rect">
            <a:avLst/>
          </a:prstGeom>
          <a:solidFill>
            <a:srgbClr val="FDECEA"/>
          </a:solidFill>
          <a:ln w="6350">
            <a:solidFill>
              <a:srgbClr val="F5C6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설계 단계에서 객실관리 시스템을 반영하시면 전기 · 인테리어 공정과 간섭 없이 진행됩니다. 객실 타입별 평면도를 주시면 기구물 배치안과 견적을 제출하겠습니다.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 ·  고객 동선 8단계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시나리오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연동 기준</a:t>
            </a:r>
            <a:endParaRPr lang="en-US" sz="900" dirty="0"/>
          </a:p>
        </p:txBody>
      </p:sp>
      <p:pic>
        <p:nvPicPr>
          <p:cNvPr id="6" name="Image 0" descr="/tmp/claude-0/-home-user-mic-pm/2c895245-126a-5d90-a79f-eeb1e36c0177/scratchpad/build/diag_scenari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동선 8단계에 따라 객실관리 서버가 객실 상태를 판단하고 조명 · 전열 · 냉난방을 자동 제어합니다.  PMS 와는 체크인/아웃 DATA 를 받고, 청소완료 · 판매가능 DATA 를 전달합니다.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 ·  계통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구성도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방재실 → 린넨실 → 객실</a:t>
            </a:r>
            <a:endParaRPr lang="en-US" sz="900" dirty="0"/>
          </a:p>
        </p:txBody>
      </p:sp>
      <p:pic>
        <p:nvPicPr>
          <p:cNvPr id="6" name="Image 0" descr="/tmp/claude-0/-home-user-mic-pm/2c895245-126a-5d90-a79f-eeb1e36c0177/scratchpad/build/diag_syste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16152"/>
            <a:ext cx="8229600" cy="31272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서버 · 호텔 전용망은 발주처 공사분이며, 객실관리 서버 → FIP → CONTROL BOX → 객실 기구물은 당사가 제작 · 납품 · 약전 결선 · 시운전합니다.  CB 강전 결선은 전기공사 시행.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 ·  제품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제품 구성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1실 기준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4297680"/>
              </a:tblGrid>
              <a:tr h="352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제품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CONTROL BOX (RCU)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출입문 뒤 (400×700×100)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조명 · 전열 · 냉난방 제어 중심 (강전 : 전기공사 / 약전 · 셋팅 : 객실관리)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입구 INDICATOR (챠임벨)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입구 복도 · 도어락 손잡이 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 NOT DISTURB 및 MAKE UP ROOM 표시, 챠임벨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Key Sensor (+ DM Plate)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입구 내부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CARD 투입 시 전등 · 전열 공급 / DM : 방해금지 · 청소요청 (4~5성급)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· LIGHT SWITCH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· 거실 입구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조절 및 조명 조절 (L 구수는 조명 설계 확정 후 결정)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BED SIDE PANEL (BSP)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(4~5성급)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 + 조명 + USB 충전 + 유니버셜 콘센트 (유럽형 · ABS 난연)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유니버셜 콘센트 + 일반 콘센트 2 + USB 충전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비상호출버튼 · 방문자 알림램프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주거약자실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법적의무 설치 (2종)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FIP · 객실관리 서버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린넨실 층당 1EA · 방재실 PC 1EA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층 통신 중계 · 객실 상태 관제 · PMS 연동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기구물 색상은 기본 마그네슘 색상이며 지정색 협의 가능합니다. 구성의 변경은 가능합니다.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 ·  기구물 배치 기준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표준 구성 (등급별)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표준 · 현장 협의로 조정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91840"/>
              </a:tblGrid>
              <a:tr h="352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1~3성급 · 리조트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4~5성급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입구 (복도)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 — 도어락 손잡이 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챠임벨 — 도어락 손잡이 측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입구 (내부)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 (Key Sensor)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 + DM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BSP (온도 + 조명 + USB 충전 + 유니버셜 콘센트)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화장실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 텀블러 스위치 (전기공사 시행 · 객실관리 제외)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 (객실관리)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침대 옆 L 에서 제어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베란다 문 옆 L 별도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멀티아울렛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거실 입구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온도조절기 + L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공용부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PC 방재실 1EA · FIP 각층 린넨실 1EA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관제 PC 방재실 1EA · FIP 각층 린넨실 1EA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L = LIGHT S/W. 구수(1~6구)는 전기설계의 조명 회로가 확정된 후 결정됩니다. 리조트는 DM 을 제외합니다.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 ·  공정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공사 프로세스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의뢰 → 시운전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1615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공정은 골조 → 전기 · 통신 → 인테리어 마감 순서에 맞춰 6단계로 진행됩니다.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106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710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1627632"/>
            <a:ext cx="7845552" cy="19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의뢰 · 도면 납품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808226"/>
            <a:ext cx="7845552" cy="16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평면도 접수 → 기구물 배치도 · 수량표 · 견적 제출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32254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3225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988820"/>
            <a:ext cx="7845552" cy="19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납품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169414"/>
            <a:ext cx="7845552" cy="16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골조 · 벽체 공정에 맞춰 당사 납품 → 전기 · 통신공사 설치 (매입 / 노출 사전 협의)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93442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9344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41248" y="2350008"/>
            <a:ext cx="7845552" cy="19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분전함(속판) 설치 · 결선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530602"/>
            <a:ext cx="7845552" cy="16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당사 속판 설치 → 전기공사 강전 결선 → 당사 약전 결선 · 셋팅 → 커버 설치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754630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546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2711196"/>
            <a:ext cx="7845552" cy="19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기구물 제작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2891790"/>
            <a:ext cx="7845552" cy="16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챠임벨 · 키센서 · 온도조절기 · LIGHT S/W · BSP 제작 (사양 확정 후 착수)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15818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1581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072384"/>
            <a:ext cx="7845552" cy="19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기구물 설치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252978"/>
            <a:ext cx="7845552" cy="16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벽지 · 페인트 마감 완료 후 설치 (마감 전 설치 불가)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77006"/>
            <a:ext cx="274320" cy="2743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4770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41248" y="3433572"/>
            <a:ext cx="7845552" cy="19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시운전 · 인수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3614166"/>
            <a:ext cx="7845552" cy="162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전원 투입 후 공종별 체크 → 하자리스트 작성 → 운영자 교육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82296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953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협의 사항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" y="411480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매입 / 노출 및 설치 높이는 인테리어 · 전기공사와 사전 협의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EHP/FCU 는 객실관리 연동 인터페이스 모듈 포함 장비로 발주, 통신선은 UTP 5E 1:1 입선, 상시전원 공급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바닥난방 구동기 밸브는 220V 노말 클로즈 타입 · 스위치 BOX 는 유럽형(나사홀 3곱 나사 사이즈)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 ·  공사한계 요약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공사 구분 (공급 · 설치 범위)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상세는 공사한계 자료로 별도 제출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2286000"/>
                <a:gridCol w="2103120"/>
              </a:tblGrid>
              <a:tr h="3525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객실관리 (당사)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전기공사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발주처 · 기타 공종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외함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제작 · 납품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하역 · 설치 · 배관배선 · 타공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매입 / 노출 결정 (인테리어)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속판 · 내부 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속판 · PCB · UTP 약전 결선 · 셋팅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입력 · 2차 출력 강전 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CB 커버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커버 제작 · 설치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벽 마감 (인테리어)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EHP / FCU 연동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 측 통신선 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C/B ↔ 실내기 UTP 5E 배관배선 (1:1)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실내기 측 결선 (EHP 업체)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FIP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제작 · 납품 · 속판 · 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외함 설치 · 220V · 통신선 입선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 높이 1,500mm 협의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객실 기구물 · BSP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통신선 결선 · 브라켓 · 기구물 부착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스위치 BOX 설치 · 입선 · BSP 강전 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어려운 타공 (인테리어)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메인통신 · 시스템 PC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결선 · PC 설치 · 셋팅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AWG #24 · UTP 배관배선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PMS 서버 · 전용망 · PC 책상 (발주처)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5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시운전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릴레이 출력 체크 · 시운전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말단 콘센트 · 전등 체크 (전원투입 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EHP · 밸브 체크 (설비)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담당은 당사 표준 공사한계(r2) 기준이며 현장 조건에 따라 협의하여 확정합니다.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  ·  REFERENCE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4922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실적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46520" y="685800"/>
            <a:ext cx="2240280" cy="310896"/>
          </a:xfrm>
          <a:prstGeom prst="roundRect">
            <a:avLst>
              <a:gd name="adj" fmla="val 47059"/>
            </a:avLst>
          </a:prstGeom>
          <a:solidFill>
            <a:srgbClr val="F2F2F2"/>
          </a:solidFill>
          <a:ln w="635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6520" y="68580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납품 문서 기준 · 확정본으로 교체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16152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5288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현장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특급 호텔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포항 베스트웨스턴  ·  타니베이호텔  ·  [ 추가 ]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대명리조트  ·  비발디파크  ·  쏠비치 남해  ·  쏠비치 양양  ·  진도리조트  ·  청송리조트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레지던스 · 연수원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킨텍스 레지던스  ·  LG화학 리더십센터  ·  하나글로벌 인재개발원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기숙사 · 대단지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SK하이닉스 기숙사 (2차 공사 1,116실)  ·  경복대  ·  [ 추가 ]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5288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386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 규모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1,000실 이상 대단지 안정 운영 다수  ·  전국 직영망 24시간 이내 출동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531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당사 납품 문서에서 확인된 현장이며, 제출 전 회사 확정 실적표로 교체합니다. 연도 · 객실 수는 [ ] 로 비워 두었습니다.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한국마이크로닉(주)  ·  객실관리 시스템 제안서  ·  [현장명]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요청드리는 사항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객실관리 시스템을 설계 단계에서 반영하실 수 있도록 아래 자료를 요청드립니다.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70432" y="1481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객실 타입별 평면도(단위세대) 제공을 요청드립니다.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70432" y="175564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즉시 기구물 배치도 · 예상 수량표 · 견적서를 제출하겠습니다.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70432" y="2350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냉난방 방식(EHP / FCU / 바닥난방)과 PMS 업체를 확인하여 주시기 바랍니다.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70432" y="2624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인터페이스 사양과 구성도를 현장에 맞게 확정하겠습니다.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10896" cy="310896"/>
          </a:xfrm>
          <a:prstGeom prst="ellipse">
            <a:avLst/>
          </a:prstGeom>
          <a:solidFill>
            <a:srgbClr val="5B8FD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321868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전기설계 · 인테리어와의 협의 일정을 요청드립니다.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34930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8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CB 외함 매입/노출, 기구물 위치, 조명 회로(L 구수)를 협의하여 도면에 반영하겠습니다.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| 한국마이크로닉(주) 배성윤 차장   ·   www.micronic.co.kr   ·   한글도메인 : 소프트.한국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객실관리 시스템 제안서 (범용 r1)</dc:title>
  <dc:subject>PptxGenJS Presentation</dc:subject>
  <dc:creator>한국마이크로닉(주)</dc:creator>
  <cp:lastModifiedBy>한국마이크로닉(주)</cp:lastModifiedBy>
  <cp:revision>1</cp:revision>
  <dcterms:created xsi:type="dcterms:W3CDTF">2026-09-19T08:18:12Z</dcterms:created>
  <dcterms:modified xsi:type="dcterms:W3CDTF">2026-09-19T08:18:12Z</dcterms:modified>
</cp:coreProperties>
</file>