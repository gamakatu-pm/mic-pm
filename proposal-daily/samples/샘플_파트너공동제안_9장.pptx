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JOINT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객실관리 + 도어락 통합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두 시스템을 한 창구로 - 연동 책임이 갈리지 않게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제안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89304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307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왜 함께 제안하는가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6362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연동 책임이 갈릴 때 생기는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56231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947672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965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통합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221991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PMS · 도어락 · 객실관리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842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14599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2606039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2642615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6243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업무 분담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880359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누가 무엇을 공급하고 시공하는가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42615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72967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3264408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3300984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2826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53872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외함부터 시운전까지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3009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31336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7200" y="3922776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3959352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394106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요청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419709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결정해 주실 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9593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89704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통합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왜 함께 제안하는가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77724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도어락과 객실관리를 따로 발주하면 연동이 안 될 때 책임이 갈립니다. 한 창구로 묶으면 그 다툼이 없어집니다.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따로 발주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책임이 갈림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카드가 안 먹히면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도어락 탓인지 제어 탓인지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판단에 시간이 걸립니다.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통합 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창구 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연동 시험까지 한 곳이 책임.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하자 접수도 한 곳.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카드 한 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출입과 객실 제어가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같은 카드로 이어집니다.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31335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922775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도어락 업체는 발주처가 지정하셔도 됩니다. 그 경우에도 연동 규격 협의는 당사가 주관하겠습니다.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계통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통합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1344" y="667512"/>
            <a:ext cx="2505456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81344" y="704087"/>
            <a:ext cx="2505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PMS ↔ 도어락 ↔ 객실관리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PMS 가 체크인 정보를 내려보내면 도어락은 카드를 발급하고, 객실관리는 그 상태로 냉난방과 전원을 제어합니다.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563624"/>
            <a:ext cx="2304288" cy="38158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74720" y="1609344"/>
            <a:ext cx="2194560" cy="2901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맑은 고딕"/>
              </a:rPr>
              <a:t>PMS SERVER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맑은 고딕"/>
              </a:rPr>
              <a:t>발주처 공사분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63259"/>
            <a:ext cx="2304288" cy="49061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" y="2208979"/>
            <a:ext cx="2194560" cy="3991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도어락 시스템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카드 발급 · 출입관리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2163259"/>
            <a:ext cx="2304288" cy="49061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7376" y="2208979"/>
            <a:ext cx="2194560" cy="3991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객실관리 서버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방재실 · 이중화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762894"/>
            <a:ext cx="2304288" cy="327073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74720" y="2808614"/>
            <a:ext cx="2194560" cy="2356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객실 (도어락 + CB + 기구물)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2856" y="1945210"/>
            <a:ext cx="22860" cy="218049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45152" y="194521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체크인 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2856" y="1945210"/>
            <a:ext cx="22860" cy="218049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152" y="194521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체크인·아웃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2653870"/>
            <a:ext cx="22860" cy="10902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525512" y="2653870"/>
            <a:ext cx="22860" cy="10902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48640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PMS 연동 규격 확정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발주처 · PMS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두 시스템이 같은 규격을 받습니다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3072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334512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334512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120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도어락 설치 · 카드 발급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4512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도어락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4512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객실 문 · 공용부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28944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120384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20384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2992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객실 제어 · 통합 시운전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0384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0384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카드 투입 시 전원·냉난방 동작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공급 · 시공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업무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2377440"/>
              </a:tblGrid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공급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시공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RF 도어락 본체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발행기(ENCODER)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프론트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RF 카드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수량은 발주처 협의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 설치비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실당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· 제어 분전함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전기 / 객실관리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외함 취부는 전기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기구물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벽지 완료 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강전 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전기공사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1차 입력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약전 결선 · 시운전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연동 시험 포함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도어락 관련 단가(도어락·발행기·카드·설치비)는 별도 견적서로 제출합니다. 이 자료에는 금액을 넣지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진행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준공일에서 거꾸로 계산합니다. 각 단계 소요는 당사 표준값입니다.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CB 외함 제작 · 납품 (제작 2주)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골조 또는 경량 공사 전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3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11095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제어 분전함(속판) 제작 (2개월)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외함 납품 후 설치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311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강전 접속 (속판 납품 후 1개월)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전기공사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기구물 제작 (1개월 반~2개월)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샘플 승인 후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8529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8437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빽커버 설치 (벽지 완료 후 1~2주)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건축 마감 의존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16382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1912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1546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기구물 설치 (빽커버 후 1주) · 시운전 (1주)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729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전원 공급 후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벽지·페인트 완료일이 기구물 설치 착수일을 정합니다. 이 날짜를 먼저 공유해 주십시오.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외함 납품 시점은 현장 공법이 정합니다. 옹벽 매립이면 골조 일정에 맞춰야 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위 소요일은 표준값입니다. 현장 여건에 따라 역산표를 별도로 만들어 드립니다.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발주 방식 두 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4005072" cy="33192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4" y="1380743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95959"/>
                </a:solidFill>
                <a:latin typeface="맑은 고딕"/>
              </a:rPr>
              <a:t>[ 1안 · 통합 발주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객실관리 + 도어락을 한 계약으로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연동 책임이 한 곳에 모임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86584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하자 접수 창구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업체 선정 절차가 한 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1728" y="1252728"/>
            <a:ext cx="4005072" cy="3319272"/>
          </a:xfrm>
          <a:prstGeom prst="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28032" y="1380743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[ 2안 · 분리 발주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64792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도어락은 발주처가 별도 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7568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연동 규격 협의는 당사가 주관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86584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하자 구분을 계약서에 명시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974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업체 선정 폭이 넓음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어느 쪽을 고르셔도 당사가 하는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57200" y="1280160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27101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PMS · 도어락과의 연동 규격 협의 주관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930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483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7757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391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연동 시험과 통합 시운전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574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216505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2243937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207361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호실 목록과 어드레스 대조표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2564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68467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271211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67553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운영자 교육과 준공 인계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9382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152851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3180283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143707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접수 후 6시간 이내 현장 A/S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1995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58183"/>
            <a:ext cx="822960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3504" y="3831335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참고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분리 발주를 하셔도 연동 협의는 당사가 끌고 가겠습니다. 발주처가 중간에서 조율하실 일이 없게 하겠습니다.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도어락 업체 선정 시 PMS 연동 가능 여부를 반드시 확인해 주십시오.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요청드리는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발주 방식만 정해 주시면 견적으로 넘어갑니다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통합 발주 · 분리 발주 중 방향을 정해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결정 즉시 그 방식에 맞춘 견적을 제출하겠습니다.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PMS 업체 선정 현황을 알려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연동 규격 협의 일정을 잡겠습니다.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준공 예정일을 알려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역산표를 만들어 각 단계 착수일을 회신드립니다.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